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Workshop Guide: From Prompt to Publish – AI Meets Website Creation</a:t>
            </a:r>
          </a:p>
          <a:p>
            <a:pPr lvl="0" indent="0" marL="0">
              <a:buNone/>
            </a:pPr>
            <a:r>
              <a:rPr b="1"/>
              <a:t>Audience</a:t>
            </a:r>
            <a:r>
              <a:rPr/>
              <a:t>: 10 Participants</a:t>
            </a:r>
            <a:br/>
            <a:r>
              <a:rPr b="1"/>
              <a:t>Facilitators</a:t>
            </a:r>
            <a:r>
              <a:rPr/>
              <a:t>: 3–4 Instructors</a:t>
            </a:r>
            <a:br/>
            <a:r>
              <a:rPr b="1"/>
              <a:t>Tools Needed</a:t>
            </a:r>
            <a:r>
              <a:rPr/>
              <a:t>: Laptops with internet, ChatGPT (Pro preferred), Lovable accounts, Projector, Printouts (Brand Guide, Persona Worksheet, Prompt Cheat Sheet)</a:t>
            </a:r>
          </a:p>
          <a:p>
            <a:pPr lvl="0" indent="0" marL="0">
              <a:buNone/>
            </a:pPr>
            <a:r>
              <a:rPr b="1"/>
              <a:t>🔷 Session 1 (9:00 AM – 9:30 AM): Intro to AI: Light, Fun &amp; Human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Introduce AI in simple, non-technical terms and explain its role in the day ahead.</a:t>
            </a:r>
          </a:p>
          <a:p>
            <a:pPr lvl="0" indent="0" marL="0">
              <a:buNone/>
            </a:pPr>
            <a:r>
              <a:rPr b="1"/>
              <a:t>Format</a:t>
            </a:r>
            <a:r>
              <a:rPr/>
              <a:t>: Interactive Lecture (Lead Instructor)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</a:t>
            </a:r>
          </a:p>
          <a:p>
            <a:pPr lvl="0"/>
            <a:r>
              <a:rPr b="1"/>
              <a:t>Warm Welcome</a:t>
            </a:r>
            <a:r>
              <a:rPr/>
              <a:t>: Icebreaker prompt - "What would you use AI for today if you had a magic assistant?"</a:t>
            </a:r>
          </a:p>
          <a:p>
            <a:pPr lvl="0"/>
            <a:r>
              <a:rPr b="1"/>
              <a:t>What is AI?</a:t>
            </a:r>
            <a:r>
              <a:rPr/>
              <a:t> – Calculator analogy, simple breakdown of machine learning and generative AI.</a:t>
            </a:r>
          </a:p>
          <a:p>
            <a:pPr lvl="0"/>
            <a:r>
              <a:rPr b="1"/>
              <a:t>Who’s Who</a:t>
            </a:r>
            <a:r>
              <a:rPr/>
              <a:t>: OpenAI (ChatGPT), Anthropic (Claude), Google (Gemini), Meta (LLaMA)</a:t>
            </a:r>
          </a:p>
          <a:p>
            <a:pPr lvl="0"/>
            <a:r>
              <a:rPr b="1"/>
              <a:t>Use Cases</a:t>
            </a:r>
            <a:r>
              <a:rPr/>
              <a:t>: 5-minute brainstorm: "Where do you see AI in the wild?"</a:t>
            </a:r>
          </a:p>
          <a:p>
            <a:pPr lvl="0"/>
            <a:r>
              <a:rPr b="1"/>
              <a:t>Busting Myths</a:t>
            </a:r>
            <a:r>
              <a:rPr/>
              <a:t>: AI isn’t here to replace you; it’s here to assist you.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Understand what AI is and how it will help throughout the day.</a:t>
            </a:r>
          </a:p>
          <a:p>
            <a:pPr lvl="0" indent="0" marL="0">
              <a:buNone/>
            </a:pPr>
            <a:r>
              <a:rPr b="1"/>
              <a:t>🔷 Session 1.5 (9:30 AM – 9:40 AM): ChatGPT Setup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Ensure everyone is logged in and ready to work inside ChatGPT.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</a:t>
            </a:r>
          </a:p>
          <a:p>
            <a:pPr lvl="0"/>
            <a:r>
              <a:rPr/>
              <a:t>Create ChatGPT account (free or Pro)</a:t>
            </a:r>
          </a:p>
          <a:p>
            <a:pPr lvl="0"/>
            <a:r>
              <a:rPr/>
              <a:t>Walkthrough of ChatGPT interface</a:t>
            </a:r>
          </a:p>
          <a:p>
            <a:pPr lvl="0"/>
            <a:r>
              <a:rPr/>
              <a:t>Introduce "Projects" tab (for Pro users)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All participants are logged into ChatGPT and ready to build.</a:t>
            </a:r>
          </a:p>
          <a:p>
            <a:pPr lvl="0" indent="0" marL="0">
              <a:buNone/>
            </a:pPr>
            <a:r>
              <a:rPr b="1"/>
              <a:t>🔷 Session 2 (9:40 AM – 11:00 AM): Mastering ChatGPT Projects for Website Creation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Teach users to organize their AI work using Projects and upload files for brand consistency.</a:t>
            </a:r>
          </a:p>
          <a:p>
            <a:pPr lvl="0" indent="0" marL="0">
              <a:buNone/>
            </a:pPr>
            <a:r>
              <a:rPr b="1"/>
              <a:t>Format</a:t>
            </a:r>
            <a:r>
              <a:rPr/>
              <a:t>: Guided Hands-On Workshop</a:t>
            </a:r>
          </a:p>
          <a:p>
            <a:pPr lvl="0" indent="0" marL="0">
              <a:buNone/>
            </a:pPr>
            <a:r>
              <a:rPr b="1"/>
              <a:t>Part 1: What are Projects?</a:t>
            </a:r>
          </a:p>
          <a:p>
            <a:pPr lvl="0"/>
            <a:r>
              <a:rPr/>
              <a:t>Think of Projects as your digital workbench.</a:t>
            </a:r>
          </a:p>
          <a:p>
            <a:pPr lvl="0"/>
            <a:r>
              <a:rPr/>
              <a:t>Each project holds a goal, instructions, chat history, and files.</a:t>
            </a:r>
          </a:p>
          <a:p>
            <a:pPr lvl="0"/>
            <a:r>
              <a:rPr/>
              <a:t>It keeps your work organized and lets AI assist you with context.</a:t>
            </a:r>
          </a:p>
          <a:p>
            <a:pPr lvl="0" indent="0" marL="0">
              <a:buNone/>
            </a:pPr>
            <a:r>
              <a:rPr b="1"/>
              <a:t>Part 2: Creating a Project</a:t>
            </a:r>
          </a:p>
          <a:p>
            <a:pPr lvl="0"/>
            <a:r>
              <a:rPr/>
              <a:t>Name your Project: "[Name] Brand Website"</a:t>
            </a:r>
          </a:p>
          <a:p>
            <a:pPr lvl="0"/>
            <a:r>
              <a:rPr/>
              <a:t>Add a Note: "This project will help me use AI to build a personal/brand website."</a:t>
            </a:r>
          </a:p>
          <a:p>
            <a:pPr lvl="0"/>
            <a:r>
              <a:rPr/>
              <a:t>Upload file: </a:t>
            </a:r>
            <a:r>
              <a:rPr b="1"/>
              <a:t>Branding Guideline</a:t>
            </a:r>
            <a:r>
              <a:rPr/>
              <a:t> (example provided)</a:t>
            </a:r>
          </a:p>
          <a:p>
            <a:pPr lvl="0" indent="0" marL="0">
              <a:buNone/>
            </a:pPr>
            <a:r>
              <a:rPr b="1"/>
              <a:t>Part 3: Explaining the Branding File</a:t>
            </a:r>
          </a:p>
          <a:p>
            <a:pPr lvl="0"/>
            <a:r>
              <a:rPr/>
              <a:t>Use simple language: "This file tells AI about your colors, fonts, and tone."</a:t>
            </a:r>
          </a:p>
          <a:p>
            <a:pPr lvl="0"/>
            <a:r>
              <a:rPr/>
              <a:t>Show examples of what the guide includes (ManateeIT brand guideline)</a:t>
            </a:r>
          </a:p>
          <a:p>
            <a:pPr lvl="0" indent="0" marL="0">
              <a:buNone/>
            </a:pPr>
            <a:r>
              <a:rPr b="1"/>
              <a:t>Part 4: Add Persona Worksheet</a:t>
            </a:r>
          </a:p>
          <a:p>
            <a:pPr lvl="0"/>
            <a:r>
              <a:rPr/>
              <a:t>Upload participant persona sheets (completed during workshop)</a:t>
            </a:r>
          </a:p>
          <a:p>
            <a:pPr lvl="0"/>
            <a:r>
              <a:rPr/>
              <a:t>These describe tone of voice, target audience, and personality</a:t>
            </a:r>
          </a:p>
          <a:p>
            <a:pPr lvl="0" indent="0" marL="0">
              <a:buNone/>
            </a:pPr>
            <a:r>
              <a:rPr b="1"/>
              <a:t>Part 5: Start Prompting</a:t>
            </a:r>
            <a:r>
              <a:rPr/>
              <a:t> Participants use prompts like:</a:t>
            </a:r>
          </a:p>
          <a:p>
            <a:pPr lvl="0"/>
            <a:r>
              <a:rPr/>
              <a:t>"Using my brand guide, write a homepage headline."</a:t>
            </a:r>
          </a:p>
          <a:p>
            <a:pPr lvl="0"/>
            <a:r>
              <a:rPr/>
              <a:t>"Using the persona file, create an About section."</a:t>
            </a:r>
          </a:p>
          <a:p>
            <a:pPr lvl="0"/>
            <a:r>
              <a:rPr/>
              <a:t>"Give me 5 CTAs that match the brand tone."</a:t>
            </a:r>
          </a:p>
          <a:p>
            <a:pPr lvl="0" indent="0" marL="0">
              <a:buNone/>
            </a:pPr>
            <a:r>
              <a:rPr b="1"/>
              <a:t>Part 6: Workshop Flow</a:t>
            </a:r>
          </a:p>
          <a:p>
            <a:pPr lvl="0"/>
            <a:r>
              <a:rPr/>
              <a:t>Instructors circulate to help refine prompts and explain referencing files</a:t>
            </a:r>
          </a:p>
          <a:p>
            <a:pPr lvl="0"/>
            <a:r>
              <a:rPr/>
              <a:t>Encourage experimenting with rewriting content, tone, and format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Participants have one ChatGPT Project set up with uploaded branding and persona files, and are generating tailored website content.</a:t>
            </a:r>
          </a:p>
          <a:p>
            <a:pPr lvl="0" indent="0" marL="0">
              <a:buNone/>
            </a:pPr>
            <a:r>
              <a:rPr b="1"/>
              <a:t>Provided Workshop Files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Branding Guideline (e.g. ManateeIT sample)</a:t>
            </a:r>
          </a:p>
          <a:p>
            <a:pPr lvl="0" indent="-342900" marL="342900">
              <a:buAutoNum type="arabicPeriod"/>
            </a:pPr>
            <a:r>
              <a:rPr/>
              <a:t>Persona Worksheet (fillable PDF or printed)</a:t>
            </a:r>
          </a:p>
          <a:p>
            <a:pPr lvl="0" indent="-342900" marL="342900">
              <a:buAutoNum type="arabicPeriod"/>
            </a:pPr>
            <a:r>
              <a:rPr/>
              <a:t>Website Outline Template</a:t>
            </a:r>
          </a:p>
          <a:p>
            <a:pPr lvl="0" indent="-342900" marL="342900">
              <a:buAutoNum type="arabicPeriod"/>
            </a:pPr>
            <a:r>
              <a:rPr/>
              <a:t>Prompt Starter Sheet (headline, bio, CTA, tagline examples)</a:t>
            </a:r>
          </a:p>
          <a:p>
            <a:pPr lvl="0" indent="0" marL="0">
              <a:buNone/>
            </a:pPr>
            <a:r>
              <a:rPr/>
              <a:t>Next sessions will build from this foundation into visual layout planning and full site building using Lovable.</a:t>
            </a:r>
          </a:p>
          <a:p>
            <a:pPr lvl="0" indent="0" marL="0">
              <a:buNone/>
            </a:pPr>
            <a:r>
              <a:rPr b="1"/>
              <a:t>🔷 Session 3 (11:00 AM – 12:30 PM): Website Strategy &amp; Design Thinking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Guide participants to structure their website using their AI-generated content and begin visual planning.</a:t>
            </a:r>
          </a:p>
          <a:p>
            <a:pPr lvl="0" indent="0" marL="0">
              <a:buNone/>
            </a:pPr>
            <a:r>
              <a:rPr b="1"/>
              <a:t>Format</a:t>
            </a:r>
            <a:r>
              <a:rPr/>
              <a:t>: Collaborative Planning &amp; Sketching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</a:t>
            </a:r>
          </a:p>
          <a:p>
            <a:pPr lvl="0"/>
            <a:r>
              <a:rPr b="1"/>
              <a:t>Lecture: The Anatomy of a Website (10 mins)</a:t>
            </a:r>
          </a:p>
          <a:p>
            <a:pPr lvl="1"/>
            <a:r>
              <a:rPr/>
              <a:t>Homepage, About, Services, Contact, CTA sections</a:t>
            </a:r>
          </a:p>
          <a:p>
            <a:pPr lvl="1"/>
            <a:r>
              <a:rPr/>
              <a:t>Menu layout, scroll depth, sections vs pages</a:t>
            </a:r>
          </a:p>
          <a:p>
            <a:pPr lvl="0"/>
            <a:r>
              <a:rPr b="1"/>
              <a:t>Exercise: Define Your Website Goal (10 mins)</a:t>
            </a:r>
          </a:p>
          <a:p>
            <a:pPr lvl="1"/>
            <a:r>
              <a:rPr/>
              <a:t>What do you want your visitor to do? (Buy, Book, Contact, Learn)</a:t>
            </a:r>
          </a:p>
          <a:p>
            <a:pPr lvl="0"/>
            <a:r>
              <a:rPr b="1"/>
              <a:t>Worksheet: Wireframe Your Site (20 mins)</a:t>
            </a:r>
          </a:p>
          <a:p>
            <a:pPr lvl="1"/>
            <a:r>
              <a:rPr/>
              <a:t>Participants sketch a layout: header, image placement, sections, footer</a:t>
            </a:r>
          </a:p>
          <a:p>
            <a:pPr lvl="0"/>
            <a:r>
              <a:rPr b="1"/>
              <a:t>Group Share: Review &amp; Feedback (20 mins)</a:t>
            </a:r>
          </a:p>
          <a:p>
            <a:pPr lvl="1"/>
            <a:r>
              <a:rPr/>
              <a:t>Partner feedback or mini group roundtables</a:t>
            </a:r>
          </a:p>
          <a:p>
            <a:pPr lvl="0"/>
            <a:r>
              <a:rPr b="1"/>
              <a:t>Apply AI Content (30 mins)</a:t>
            </a:r>
          </a:p>
          <a:p>
            <a:pPr lvl="1"/>
            <a:r>
              <a:rPr/>
              <a:t>Match the ChatGPT output to their layout</a:t>
            </a:r>
          </a:p>
          <a:p>
            <a:pPr lvl="1"/>
            <a:r>
              <a:rPr/>
              <a:t>Revise and request missing sections if needed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Participants have a clear website layout with personalized content matched to it, ready to build in Lovable.</a:t>
            </a:r>
          </a:p>
          <a:p>
            <a:pPr lvl="0" indent="0" marL="0">
              <a:buNone/>
            </a:pPr>
            <a:r>
              <a:rPr b="1"/>
              <a:t>🔷 Session 4 (1:30 PM – 2:30 PM): Intro to Lovable – No-Code Site Builder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Give a walkthrough of Lovable and help participants recreate their wireframe in the visual editor.</a:t>
            </a:r>
          </a:p>
          <a:p>
            <a:pPr lvl="0" indent="0" marL="0">
              <a:buNone/>
            </a:pPr>
            <a:r>
              <a:rPr b="1"/>
              <a:t>Format</a:t>
            </a:r>
            <a:r>
              <a:rPr/>
              <a:t>: Live Demo + Hands-On Build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</a:t>
            </a:r>
          </a:p>
          <a:p>
            <a:pPr lvl="0"/>
            <a:r>
              <a:rPr b="1"/>
              <a:t>Live Demo (15 mins)</a:t>
            </a:r>
          </a:p>
          <a:p>
            <a:pPr lvl="1"/>
            <a:r>
              <a:rPr/>
              <a:t>Show layout tools, drag-and-drop features, design settings</a:t>
            </a:r>
          </a:p>
          <a:p>
            <a:pPr lvl="0"/>
            <a:r>
              <a:rPr b="1"/>
              <a:t>Build Time (45 mins)</a:t>
            </a:r>
          </a:p>
          <a:p>
            <a:pPr lvl="1"/>
            <a:r>
              <a:rPr/>
              <a:t>Participants recreate their homepage structure</a:t>
            </a:r>
          </a:p>
          <a:p>
            <a:pPr lvl="1"/>
            <a:r>
              <a:rPr/>
              <a:t>Add content from ChatGPT (headline, About, CTA)</a:t>
            </a:r>
          </a:p>
          <a:p>
            <a:pPr lvl="1"/>
            <a:r>
              <a:rPr/>
              <a:t>Instructors circulate to assist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Each participant has the homepage structure of their site created inside Lovable.</a:t>
            </a:r>
          </a:p>
          <a:p>
            <a:pPr lvl="0" indent="0" marL="0">
              <a:buNone/>
            </a:pPr>
            <a:r>
              <a:rPr b="1"/>
              <a:t>🔷 Session 5 (2:30 PM – 4:00 PM): Build Sprint – Finalizing with ChatGPT &amp; Lovable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Support users in expanding their site with real content and polishing design using AI.</a:t>
            </a:r>
          </a:p>
          <a:p>
            <a:pPr lvl="0" indent="0" marL="0">
              <a:buNone/>
            </a:pPr>
            <a:r>
              <a:rPr b="1"/>
              <a:t>Format</a:t>
            </a:r>
            <a:r>
              <a:rPr/>
              <a:t>: Guided Work Session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</a:t>
            </a:r>
          </a:p>
          <a:p>
            <a:pPr lvl="0"/>
            <a:r>
              <a:rPr b="1"/>
              <a:t>Enhance Content (30 mins)</a:t>
            </a:r>
          </a:p>
          <a:p>
            <a:pPr lvl="1"/>
            <a:r>
              <a:rPr/>
              <a:t>Use ChatGPT to write bios, services, FAQ, testimonials</a:t>
            </a:r>
          </a:p>
          <a:p>
            <a:pPr lvl="1"/>
            <a:r>
              <a:rPr/>
              <a:t>Prompt tips for refining tone, length, and structure</a:t>
            </a:r>
          </a:p>
          <a:p>
            <a:pPr lvl="0"/>
            <a:r>
              <a:rPr b="1"/>
              <a:t>Add Visuals (30 mins)</a:t>
            </a:r>
          </a:p>
          <a:p>
            <a:pPr lvl="1"/>
            <a:r>
              <a:rPr/>
              <a:t>Upload logos and brand assets</a:t>
            </a:r>
          </a:p>
          <a:p>
            <a:pPr lvl="1"/>
            <a:r>
              <a:rPr/>
              <a:t>Optional: Generate images with DALL·E or use royalty-free sources</a:t>
            </a:r>
          </a:p>
          <a:p>
            <a:pPr lvl="0"/>
            <a:r>
              <a:rPr b="1"/>
              <a:t>Style &amp; Polish (30 mins)</a:t>
            </a:r>
          </a:p>
          <a:p>
            <a:pPr lvl="1"/>
            <a:r>
              <a:rPr/>
              <a:t>Adjust fonts, spacing, buttons, links</a:t>
            </a:r>
          </a:p>
          <a:p>
            <a:pPr lvl="1"/>
            <a:r>
              <a:rPr/>
              <a:t>Make sure content matches brand guide tone and visual layout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A functional site with complete content and custom design ready for feedback.</a:t>
            </a:r>
          </a:p>
          <a:p>
            <a:pPr lvl="0" indent="0" marL="0">
              <a:buNone/>
            </a:pPr>
            <a:r>
              <a:rPr b="1"/>
              <a:t>🔷 Session 6 (4:15 PM – 5:00 PM): Show &amp; Tell + Mini Launch Party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Celebrate the work, share results, and reflect on what was learned.</a:t>
            </a:r>
          </a:p>
          <a:p>
            <a:pPr lvl="0" indent="0" marL="0">
              <a:buNone/>
            </a:pPr>
            <a:r>
              <a:rPr b="1"/>
              <a:t>Format</a:t>
            </a:r>
            <a:r>
              <a:rPr/>
              <a:t>: Group Presentation &amp; Feedback</a:t>
            </a:r>
          </a:p>
          <a:p>
            <a:pPr lvl="0" indent="0" marL="0">
              <a:buNone/>
            </a:pPr>
            <a:r>
              <a:rPr b="1"/>
              <a:t>Activities</a:t>
            </a:r>
            <a:r>
              <a:rPr/>
              <a:t>:</a:t>
            </a:r>
          </a:p>
          <a:p>
            <a:pPr lvl="0"/>
            <a:r>
              <a:rPr b="1"/>
              <a:t>5-Minute Showcase per Participant (30 mins)</a:t>
            </a:r>
          </a:p>
          <a:p>
            <a:pPr lvl="1"/>
            <a:r>
              <a:rPr/>
              <a:t>Present site, share challenges and learnings</a:t>
            </a:r>
          </a:p>
          <a:p>
            <a:pPr lvl="0"/>
            <a:r>
              <a:rPr b="1"/>
              <a:t>Vote on Fun Awards (10 mins)</a:t>
            </a:r>
          </a:p>
          <a:p>
            <a:pPr lvl="1"/>
            <a:r>
              <a:rPr/>
              <a:t>Most Creative, Best Use of AI, Cleanest Design</a:t>
            </a:r>
          </a:p>
          <a:p>
            <a:pPr lvl="0"/>
            <a:r>
              <a:rPr b="1"/>
              <a:t>Wrap-Up &amp; Certs (5 mins)</a:t>
            </a:r>
          </a:p>
          <a:p>
            <a:pPr lvl="1"/>
            <a:r>
              <a:rPr/>
              <a:t>Hand out digital or printed certificates</a:t>
            </a:r>
          </a:p>
          <a:p>
            <a:pPr lvl="1"/>
            <a:r>
              <a:rPr/>
              <a:t>Encourage next steps and continued learning</a:t>
            </a:r>
          </a:p>
          <a:p>
            <a:pPr lvl="0" indent="0" marL="0">
              <a:buNone/>
            </a:pPr>
            <a:r>
              <a:rPr b="1"/>
              <a:t>Outcome</a:t>
            </a:r>
            <a:r>
              <a:rPr/>
              <a:t>: Participants leave with a finished (or near-finished) website and confidence to continue using AI.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2025-04-30T01:13:00Z</dcterms:created>
  <dcterms:modified xsi:type="dcterms:W3CDTF">2025-04-30T01:13:00Z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