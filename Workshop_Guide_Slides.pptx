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52" autoAdjust="0"/>
    <p:restoredTop sz="94694" autoAdjust="0"/>
  </p:normalViewPr>
  <p:slideViewPr>
    <p:cSldViewPr snapToGrid="0" snapToObjects="1">
      <p:cViewPr varScale="1">
        <p:scale>
          <a:sx n="139" d="100"/>
          <a:sy n="139" d="100"/>
        </p:scale>
        <p:origin x="176" y="536"/>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387F85C-C3FC-4D5D-82C4-85833582D9A1}" type="doc">
      <dgm:prSet loTypeId="urn:microsoft.com/office/officeart/2017/3/layout/HorizontalPathTimeline" loCatId="process" qsTypeId="urn:microsoft.com/office/officeart/2005/8/quickstyle/simple4" qsCatId="simple" csTypeId="urn:microsoft.com/office/officeart/2005/8/colors/colorful5" csCatId="colorful" phldr="1"/>
      <dgm:spPr/>
      <dgm:t>
        <a:bodyPr/>
        <a:lstStyle/>
        <a:p>
          <a:endParaRPr lang="en-US"/>
        </a:p>
      </dgm:t>
    </dgm:pt>
    <dgm:pt modelId="{1BF50AFE-E035-4559-8592-69E6514718F8}">
      <dgm:prSet/>
      <dgm:spPr/>
      <dgm:t>
        <a:bodyPr/>
        <a:lstStyle/>
        <a:p>
          <a:pPr>
            <a:defRPr b="1"/>
          </a:pPr>
          <a:r>
            <a:rPr lang="en-US"/>
            <a:t>9:00 AM – 9:30 AM</a:t>
          </a:r>
        </a:p>
      </dgm:t>
    </dgm:pt>
    <dgm:pt modelId="{B071A910-40CB-4306-B671-1E7BA4003E0A}" type="parTrans" cxnId="{7A4BA2E5-6809-452D-ACDC-8B46CFCFCBFF}">
      <dgm:prSet/>
      <dgm:spPr/>
      <dgm:t>
        <a:bodyPr/>
        <a:lstStyle/>
        <a:p>
          <a:endParaRPr lang="en-US"/>
        </a:p>
      </dgm:t>
    </dgm:pt>
    <dgm:pt modelId="{C686189F-476E-48DA-A63F-BEB0CE1D9896}" type="sibTrans" cxnId="{7A4BA2E5-6809-452D-ACDC-8B46CFCFCBFF}">
      <dgm:prSet/>
      <dgm:spPr/>
      <dgm:t>
        <a:bodyPr/>
        <a:lstStyle/>
        <a:p>
          <a:endParaRPr lang="en-US"/>
        </a:p>
      </dgm:t>
    </dgm:pt>
    <dgm:pt modelId="{C3A5BA49-1D44-4531-91ED-BD999AA80CCD}">
      <dgm:prSet/>
      <dgm:spPr/>
      <dgm:t>
        <a:bodyPr/>
        <a:lstStyle/>
        <a:p>
          <a:r>
            <a:rPr lang="en-US"/>
            <a:t>Session 1: Intro to AI: Light, Fun &amp; Human</a:t>
          </a:r>
        </a:p>
      </dgm:t>
    </dgm:pt>
    <dgm:pt modelId="{8CFE189F-73C3-4DC4-B675-CF502883A15B}" type="parTrans" cxnId="{96AEDA28-0BED-429C-ADC8-7743E508D3CD}">
      <dgm:prSet/>
      <dgm:spPr/>
      <dgm:t>
        <a:bodyPr/>
        <a:lstStyle/>
        <a:p>
          <a:endParaRPr lang="en-US"/>
        </a:p>
      </dgm:t>
    </dgm:pt>
    <dgm:pt modelId="{EF60B00A-FB4A-45F6-87B1-A9F8D5C4EDAB}" type="sibTrans" cxnId="{96AEDA28-0BED-429C-ADC8-7743E508D3CD}">
      <dgm:prSet/>
      <dgm:spPr/>
      <dgm:t>
        <a:bodyPr/>
        <a:lstStyle/>
        <a:p>
          <a:endParaRPr lang="en-US"/>
        </a:p>
      </dgm:t>
    </dgm:pt>
    <dgm:pt modelId="{5C5AF42F-7A8A-4BCE-B0C9-246AEC67C366}">
      <dgm:prSet/>
      <dgm:spPr/>
      <dgm:t>
        <a:bodyPr/>
        <a:lstStyle/>
        <a:p>
          <a:pPr>
            <a:defRPr b="1"/>
          </a:pPr>
          <a:r>
            <a:rPr lang="en-US"/>
            <a:t>9:30 AM – 9:40 AM</a:t>
          </a:r>
        </a:p>
      </dgm:t>
    </dgm:pt>
    <dgm:pt modelId="{F2049961-2D92-4C54-8EC3-FCC4D162666C}" type="parTrans" cxnId="{96D53C3D-10F8-415E-B6EC-DDD1591A9041}">
      <dgm:prSet/>
      <dgm:spPr/>
      <dgm:t>
        <a:bodyPr/>
        <a:lstStyle/>
        <a:p>
          <a:endParaRPr lang="en-US"/>
        </a:p>
      </dgm:t>
    </dgm:pt>
    <dgm:pt modelId="{D6BF6FDD-C7ED-42C1-87A9-392B6A72A417}" type="sibTrans" cxnId="{96D53C3D-10F8-415E-B6EC-DDD1591A9041}">
      <dgm:prSet/>
      <dgm:spPr/>
      <dgm:t>
        <a:bodyPr/>
        <a:lstStyle/>
        <a:p>
          <a:endParaRPr lang="en-US"/>
        </a:p>
      </dgm:t>
    </dgm:pt>
    <dgm:pt modelId="{FB4D63A3-7FAB-48BA-8E9E-DB32427BC5FF}">
      <dgm:prSet/>
      <dgm:spPr/>
      <dgm:t>
        <a:bodyPr/>
        <a:lstStyle/>
        <a:p>
          <a:r>
            <a:rPr lang="en-US"/>
            <a:t>Session 1.5: ChatGPT Setup</a:t>
          </a:r>
        </a:p>
      </dgm:t>
    </dgm:pt>
    <dgm:pt modelId="{D86AED6E-6540-46DB-9FDF-9DA95D0D05DE}" type="parTrans" cxnId="{5B231143-1929-4E53-83BA-FBEC7593BBDC}">
      <dgm:prSet/>
      <dgm:spPr/>
      <dgm:t>
        <a:bodyPr/>
        <a:lstStyle/>
        <a:p>
          <a:endParaRPr lang="en-US"/>
        </a:p>
      </dgm:t>
    </dgm:pt>
    <dgm:pt modelId="{35EFAA1D-B745-484D-B1DC-941FBE5E6DFF}" type="sibTrans" cxnId="{5B231143-1929-4E53-83BA-FBEC7593BBDC}">
      <dgm:prSet/>
      <dgm:spPr/>
      <dgm:t>
        <a:bodyPr/>
        <a:lstStyle/>
        <a:p>
          <a:endParaRPr lang="en-US"/>
        </a:p>
      </dgm:t>
    </dgm:pt>
    <dgm:pt modelId="{894C51BE-A53E-4FC3-BE36-900926E628DA}">
      <dgm:prSet/>
      <dgm:spPr/>
      <dgm:t>
        <a:bodyPr/>
        <a:lstStyle/>
        <a:p>
          <a:pPr>
            <a:defRPr b="1"/>
          </a:pPr>
          <a:r>
            <a:rPr lang="en-US"/>
            <a:t>9:40 AM – 11:00 AM</a:t>
          </a:r>
        </a:p>
      </dgm:t>
    </dgm:pt>
    <dgm:pt modelId="{83C478AE-7186-4E1A-96E4-150AA2132A3A}" type="parTrans" cxnId="{A5E7D49C-4472-4B37-AC6D-E97BFC54E2A7}">
      <dgm:prSet/>
      <dgm:spPr/>
      <dgm:t>
        <a:bodyPr/>
        <a:lstStyle/>
        <a:p>
          <a:endParaRPr lang="en-US"/>
        </a:p>
      </dgm:t>
    </dgm:pt>
    <dgm:pt modelId="{99E1D1A1-DC68-4217-8627-E68C6A3DA7D3}" type="sibTrans" cxnId="{A5E7D49C-4472-4B37-AC6D-E97BFC54E2A7}">
      <dgm:prSet/>
      <dgm:spPr/>
      <dgm:t>
        <a:bodyPr/>
        <a:lstStyle/>
        <a:p>
          <a:endParaRPr lang="en-US"/>
        </a:p>
      </dgm:t>
    </dgm:pt>
    <dgm:pt modelId="{F933E13D-FCA3-418D-97C0-62FFB27A8E1F}">
      <dgm:prSet/>
      <dgm:spPr/>
      <dgm:t>
        <a:bodyPr/>
        <a:lstStyle/>
        <a:p>
          <a:r>
            <a:rPr lang="en-US"/>
            <a:t>Session 2: Mastering ChatGPT Projects for Website Creation</a:t>
          </a:r>
        </a:p>
      </dgm:t>
    </dgm:pt>
    <dgm:pt modelId="{C5BF5CBF-EC7D-4B3D-9751-73B50E9582C7}" type="parTrans" cxnId="{C5A24E0A-23AF-4267-9C65-AAC275770E72}">
      <dgm:prSet/>
      <dgm:spPr/>
      <dgm:t>
        <a:bodyPr/>
        <a:lstStyle/>
        <a:p>
          <a:endParaRPr lang="en-US"/>
        </a:p>
      </dgm:t>
    </dgm:pt>
    <dgm:pt modelId="{CC092851-0DAA-417F-B8CF-955E60203EBD}" type="sibTrans" cxnId="{C5A24E0A-23AF-4267-9C65-AAC275770E72}">
      <dgm:prSet/>
      <dgm:spPr/>
      <dgm:t>
        <a:bodyPr/>
        <a:lstStyle/>
        <a:p>
          <a:endParaRPr lang="en-US"/>
        </a:p>
      </dgm:t>
    </dgm:pt>
    <dgm:pt modelId="{3CE52D04-5489-4F60-BFB1-2B8ABEC798BD}">
      <dgm:prSet/>
      <dgm:spPr/>
      <dgm:t>
        <a:bodyPr/>
        <a:lstStyle/>
        <a:p>
          <a:pPr>
            <a:defRPr b="1"/>
          </a:pPr>
          <a:r>
            <a:rPr lang="en-US"/>
            <a:t>11:00 AM – 12:30 PM</a:t>
          </a:r>
        </a:p>
      </dgm:t>
    </dgm:pt>
    <dgm:pt modelId="{236444A2-34CF-4769-A2F9-1B9E7D60B0E8}" type="parTrans" cxnId="{423A9194-1C7D-4C8B-AC4F-A94A8C3D3B3D}">
      <dgm:prSet/>
      <dgm:spPr/>
      <dgm:t>
        <a:bodyPr/>
        <a:lstStyle/>
        <a:p>
          <a:endParaRPr lang="en-US"/>
        </a:p>
      </dgm:t>
    </dgm:pt>
    <dgm:pt modelId="{88D2A893-4D12-478A-8EBD-E8722362B151}" type="sibTrans" cxnId="{423A9194-1C7D-4C8B-AC4F-A94A8C3D3B3D}">
      <dgm:prSet/>
      <dgm:spPr/>
      <dgm:t>
        <a:bodyPr/>
        <a:lstStyle/>
        <a:p>
          <a:endParaRPr lang="en-US"/>
        </a:p>
      </dgm:t>
    </dgm:pt>
    <dgm:pt modelId="{777B9A02-DD69-45CE-94C3-297771DE31EF}">
      <dgm:prSet/>
      <dgm:spPr/>
      <dgm:t>
        <a:bodyPr/>
        <a:lstStyle/>
        <a:p>
          <a:r>
            <a:rPr lang="en-US"/>
            <a:t>Session 3: Website Strategy &amp; Design Thinking</a:t>
          </a:r>
        </a:p>
      </dgm:t>
    </dgm:pt>
    <dgm:pt modelId="{D1DB02CA-E9D4-48F0-A518-2D9A7B6A5EFE}" type="parTrans" cxnId="{859E61F0-93C3-4D9B-9AEA-22366B3C246D}">
      <dgm:prSet/>
      <dgm:spPr/>
      <dgm:t>
        <a:bodyPr/>
        <a:lstStyle/>
        <a:p>
          <a:endParaRPr lang="en-US"/>
        </a:p>
      </dgm:t>
    </dgm:pt>
    <dgm:pt modelId="{A624CDA7-A259-4CD7-81A5-E3096C4679F3}" type="sibTrans" cxnId="{859E61F0-93C3-4D9B-9AEA-22366B3C246D}">
      <dgm:prSet/>
      <dgm:spPr/>
      <dgm:t>
        <a:bodyPr/>
        <a:lstStyle/>
        <a:p>
          <a:endParaRPr lang="en-US"/>
        </a:p>
      </dgm:t>
    </dgm:pt>
    <dgm:pt modelId="{F4557144-0688-442D-8530-618000AB8739}">
      <dgm:prSet/>
      <dgm:spPr/>
      <dgm:t>
        <a:bodyPr/>
        <a:lstStyle/>
        <a:p>
          <a:pPr>
            <a:defRPr b="1"/>
          </a:pPr>
          <a:r>
            <a:rPr lang="en-US"/>
            <a:t>1:30 PM – 2:30 PM</a:t>
          </a:r>
        </a:p>
      </dgm:t>
    </dgm:pt>
    <dgm:pt modelId="{0E7F33E8-24EA-43AE-A6F1-0E4F7CAFC4D1}" type="parTrans" cxnId="{F3EC92BB-9946-4338-BFF2-B3EF1F417094}">
      <dgm:prSet/>
      <dgm:spPr/>
      <dgm:t>
        <a:bodyPr/>
        <a:lstStyle/>
        <a:p>
          <a:endParaRPr lang="en-US"/>
        </a:p>
      </dgm:t>
    </dgm:pt>
    <dgm:pt modelId="{FB689029-E9DB-4E6E-AFFF-A3ABBAD23939}" type="sibTrans" cxnId="{F3EC92BB-9946-4338-BFF2-B3EF1F417094}">
      <dgm:prSet/>
      <dgm:spPr/>
      <dgm:t>
        <a:bodyPr/>
        <a:lstStyle/>
        <a:p>
          <a:endParaRPr lang="en-US"/>
        </a:p>
      </dgm:t>
    </dgm:pt>
    <dgm:pt modelId="{BEC6A4AC-E71B-49D3-97AA-D145F72C9910}">
      <dgm:prSet/>
      <dgm:spPr/>
      <dgm:t>
        <a:bodyPr/>
        <a:lstStyle/>
        <a:p>
          <a:r>
            <a:rPr lang="en-US"/>
            <a:t>Session 4: Intro to Lovable – No-Code Site Builder</a:t>
          </a:r>
        </a:p>
      </dgm:t>
    </dgm:pt>
    <dgm:pt modelId="{4FA5C60A-60A8-4704-A9DC-7F31E9E6CC72}" type="parTrans" cxnId="{36C85C21-69C2-438A-945D-0C92F6044983}">
      <dgm:prSet/>
      <dgm:spPr/>
      <dgm:t>
        <a:bodyPr/>
        <a:lstStyle/>
        <a:p>
          <a:endParaRPr lang="en-US"/>
        </a:p>
      </dgm:t>
    </dgm:pt>
    <dgm:pt modelId="{97FE2B81-5400-4CD4-924A-473F6B4DF6ED}" type="sibTrans" cxnId="{36C85C21-69C2-438A-945D-0C92F6044983}">
      <dgm:prSet/>
      <dgm:spPr/>
      <dgm:t>
        <a:bodyPr/>
        <a:lstStyle/>
        <a:p>
          <a:endParaRPr lang="en-US"/>
        </a:p>
      </dgm:t>
    </dgm:pt>
    <dgm:pt modelId="{BD320DE6-E289-4B23-8D65-6F882F3F3D64}">
      <dgm:prSet/>
      <dgm:spPr/>
      <dgm:t>
        <a:bodyPr/>
        <a:lstStyle/>
        <a:p>
          <a:pPr>
            <a:defRPr b="1"/>
          </a:pPr>
          <a:r>
            <a:rPr lang="en-US"/>
            <a:t>2:30 PM – 4:00 PM</a:t>
          </a:r>
        </a:p>
      </dgm:t>
    </dgm:pt>
    <dgm:pt modelId="{CC22DBFA-E92D-4117-9727-C2EF5B1C98A7}" type="parTrans" cxnId="{9CA6F76B-6C4E-4DA8-879C-C8FCD0C3E575}">
      <dgm:prSet/>
      <dgm:spPr/>
      <dgm:t>
        <a:bodyPr/>
        <a:lstStyle/>
        <a:p>
          <a:endParaRPr lang="en-US"/>
        </a:p>
      </dgm:t>
    </dgm:pt>
    <dgm:pt modelId="{4BA16D34-EA1D-43EC-812E-D88BD67D8DE8}" type="sibTrans" cxnId="{9CA6F76B-6C4E-4DA8-879C-C8FCD0C3E575}">
      <dgm:prSet/>
      <dgm:spPr/>
      <dgm:t>
        <a:bodyPr/>
        <a:lstStyle/>
        <a:p>
          <a:endParaRPr lang="en-US"/>
        </a:p>
      </dgm:t>
    </dgm:pt>
    <dgm:pt modelId="{E719C668-B4E2-43CF-BC7D-0724C1298B6C}">
      <dgm:prSet/>
      <dgm:spPr/>
      <dgm:t>
        <a:bodyPr/>
        <a:lstStyle/>
        <a:p>
          <a:r>
            <a:rPr lang="en-US"/>
            <a:t>Session 5: Build Sprint – Finalizing with ChatGPT &amp; Lovable</a:t>
          </a:r>
        </a:p>
      </dgm:t>
    </dgm:pt>
    <dgm:pt modelId="{81F0747D-61A3-4583-A376-85CD3F5BEE8F}" type="parTrans" cxnId="{7CD080DF-1705-468B-BDD3-A70D339B2EC3}">
      <dgm:prSet/>
      <dgm:spPr/>
      <dgm:t>
        <a:bodyPr/>
        <a:lstStyle/>
        <a:p>
          <a:endParaRPr lang="en-US"/>
        </a:p>
      </dgm:t>
    </dgm:pt>
    <dgm:pt modelId="{F09A2C34-C8AE-44B6-AC37-D4D4DA19958C}" type="sibTrans" cxnId="{7CD080DF-1705-468B-BDD3-A70D339B2EC3}">
      <dgm:prSet/>
      <dgm:spPr/>
      <dgm:t>
        <a:bodyPr/>
        <a:lstStyle/>
        <a:p>
          <a:endParaRPr lang="en-US"/>
        </a:p>
      </dgm:t>
    </dgm:pt>
    <dgm:pt modelId="{06E1E8A9-F5E3-4C6A-8CA6-DEDBF1D2F937}">
      <dgm:prSet/>
      <dgm:spPr/>
      <dgm:t>
        <a:bodyPr/>
        <a:lstStyle/>
        <a:p>
          <a:pPr>
            <a:defRPr b="1"/>
          </a:pPr>
          <a:r>
            <a:rPr lang="en-US"/>
            <a:t>4:15 PM – 5:00 PM</a:t>
          </a:r>
        </a:p>
      </dgm:t>
    </dgm:pt>
    <dgm:pt modelId="{6978B6FF-B303-434A-B3AB-5A1FE6E47594}" type="parTrans" cxnId="{4AB41153-A88F-4C43-AFFF-CC5D8ADC360D}">
      <dgm:prSet/>
      <dgm:spPr/>
      <dgm:t>
        <a:bodyPr/>
        <a:lstStyle/>
        <a:p>
          <a:endParaRPr lang="en-US"/>
        </a:p>
      </dgm:t>
    </dgm:pt>
    <dgm:pt modelId="{BD07866F-EA3D-4E74-B397-C79A01F12CEC}" type="sibTrans" cxnId="{4AB41153-A88F-4C43-AFFF-CC5D8ADC360D}">
      <dgm:prSet/>
      <dgm:spPr/>
      <dgm:t>
        <a:bodyPr/>
        <a:lstStyle/>
        <a:p>
          <a:endParaRPr lang="en-US"/>
        </a:p>
      </dgm:t>
    </dgm:pt>
    <dgm:pt modelId="{E97A22C4-70B0-477E-AFEF-8397350F84EE}">
      <dgm:prSet/>
      <dgm:spPr/>
      <dgm:t>
        <a:bodyPr/>
        <a:lstStyle/>
        <a:p>
          <a:r>
            <a:rPr lang="en-US"/>
            <a:t>Session 6: Show &amp; Tell + Mini Launch Party</a:t>
          </a:r>
        </a:p>
      </dgm:t>
    </dgm:pt>
    <dgm:pt modelId="{B5010CDE-3DAE-44BE-B3EE-B8AD7DC4F845}" type="parTrans" cxnId="{24B19B15-F7B0-4D6C-95EB-64BCC9805193}">
      <dgm:prSet/>
      <dgm:spPr/>
      <dgm:t>
        <a:bodyPr/>
        <a:lstStyle/>
        <a:p>
          <a:endParaRPr lang="en-US"/>
        </a:p>
      </dgm:t>
    </dgm:pt>
    <dgm:pt modelId="{163FB4B4-BA31-47BA-983E-0F45906FC913}" type="sibTrans" cxnId="{24B19B15-F7B0-4D6C-95EB-64BCC9805193}">
      <dgm:prSet/>
      <dgm:spPr/>
      <dgm:t>
        <a:bodyPr/>
        <a:lstStyle/>
        <a:p>
          <a:endParaRPr lang="en-US"/>
        </a:p>
      </dgm:t>
    </dgm:pt>
    <dgm:pt modelId="{BF067D59-4254-6D4E-9968-D1CC546D2467}" type="pres">
      <dgm:prSet presAssocID="{E387F85C-C3FC-4D5D-82C4-85833582D9A1}" presName="root" presStyleCnt="0">
        <dgm:presLayoutVars>
          <dgm:chMax/>
          <dgm:chPref/>
          <dgm:animLvl val="lvl"/>
        </dgm:presLayoutVars>
      </dgm:prSet>
      <dgm:spPr/>
    </dgm:pt>
    <dgm:pt modelId="{FBFFED89-D854-9A46-A927-21BD096F0D57}" type="pres">
      <dgm:prSet presAssocID="{E387F85C-C3FC-4D5D-82C4-85833582D9A1}" presName="divider" presStyleLbl="node1" presStyleIdx="0" presStyleCnt="1"/>
      <dgm:spPr/>
    </dgm:pt>
    <dgm:pt modelId="{95C86F47-8795-034F-B064-3901C694E2F9}" type="pres">
      <dgm:prSet presAssocID="{E387F85C-C3FC-4D5D-82C4-85833582D9A1}" presName="nodes" presStyleCnt="0">
        <dgm:presLayoutVars>
          <dgm:chMax/>
          <dgm:chPref/>
          <dgm:animLvl val="lvl"/>
        </dgm:presLayoutVars>
      </dgm:prSet>
      <dgm:spPr/>
    </dgm:pt>
    <dgm:pt modelId="{18A72291-2655-2042-950B-009D56DD787D}" type="pres">
      <dgm:prSet presAssocID="{1BF50AFE-E035-4559-8592-69E6514718F8}" presName="composite" presStyleCnt="0"/>
      <dgm:spPr/>
    </dgm:pt>
    <dgm:pt modelId="{F2FF0076-0D24-2346-B77A-138EC5AD67BC}" type="pres">
      <dgm:prSet presAssocID="{1BF50AFE-E035-4559-8592-69E6514718F8}" presName="L1TextContainer" presStyleLbl="revTx" presStyleIdx="0" presStyleCnt="7">
        <dgm:presLayoutVars>
          <dgm:chMax val="1"/>
          <dgm:chPref val="1"/>
          <dgm:bulletEnabled val="1"/>
        </dgm:presLayoutVars>
      </dgm:prSet>
      <dgm:spPr/>
    </dgm:pt>
    <dgm:pt modelId="{111D89B2-59F3-214C-9805-05E414E1D963}" type="pres">
      <dgm:prSet presAssocID="{1BF50AFE-E035-4559-8592-69E6514718F8}" presName="L2TextContainerWrapper" presStyleCnt="0">
        <dgm:presLayoutVars>
          <dgm:chMax val="0"/>
          <dgm:chPref val="0"/>
          <dgm:bulletEnabled val="1"/>
        </dgm:presLayoutVars>
      </dgm:prSet>
      <dgm:spPr/>
    </dgm:pt>
    <dgm:pt modelId="{BCB64894-0103-2A44-B8DC-E1FEEAD3F204}" type="pres">
      <dgm:prSet presAssocID="{1BF50AFE-E035-4559-8592-69E6514718F8}" presName="L2TextContainer" presStyleLbl="bgAccFollowNode1" presStyleIdx="0" presStyleCnt="7"/>
      <dgm:spPr/>
    </dgm:pt>
    <dgm:pt modelId="{536C1096-DB35-F445-BA40-EE085DEBA999}" type="pres">
      <dgm:prSet presAssocID="{1BF50AFE-E035-4559-8592-69E6514718F8}" presName="FlexibleEmptyPlaceHolder" presStyleCnt="0"/>
      <dgm:spPr/>
    </dgm:pt>
    <dgm:pt modelId="{C7A1BE0F-9582-3D46-9A70-B80CC5F79538}" type="pres">
      <dgm:prSet presAssocID="{1BF50AFE-E035-4559-8592-69E6514718F8}" presName="ConnectLine" presStyleLbl="alignNode1" presStyleIdx="0" presStyleCnt="7"/>
      <dgm:spPr>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0"/>
              <a:satOff val="0"/>
              <a:lumOff val="0"/>
              <a:alphaOff val="0"/>
            </a:schemeClr>
          </a:solidFill>
          <a:prstDash val="dash"/>
        </a:ln>
        <a:effectLst>
          <a:outerShdw blurRad="40000" dist="23000" dir="5400000" rotWithShape="0">
            <a:srgbClr val="000000">
              <a:alpha val="35000"/>
            </a:srgbClr>
          </a:outerShdw>
        </a:effectLst>
      </dgm:spPr>
    </dgm:pt>
    <dgm:pt modelId="{AEF914E6-6A52-9246-85E9-91B7C7960CE9}" type="pres">
      <dgm:prSet presAssocID="{1BF50AFE-E035-4559-8592-69E6514718F8}" presName="ConnectorPoint" presStyleLbl="fgAcc1" presStyleIdx="0" presStyleCnt="7"/>
      <dgm:spPr>
        <a:solidFill>
          <a:schemeClr val="lt1">
            <a:alpha val="90000"/>
            <a:hueOff val="0"/>
            <a:satOff val="0"/>
            <a:lumOff val="0"/>
            <a:alphaOff val="0"/>
          </a:schemeClr>
        </a:solidFill>
        <a:ln w="9525" cap="flat" cmpd="sng" algn="ctr">
          <a:noFill/>
          <a:prstDash val="solid"/>
        </a:ln>
        <a:effectLst/>
      </dgm:spPr>
    </dgm:pt>
    <dgm:pt modelId="{4B9F60BA-643B-664F-8114-002B32467835}" type="pres">
      <dgm:prSet presAssocID="{1BF50AFE-E035-4559-8592-69E6514718F8}" presName="EmptyPlaceHolder" presStyleCnt="0"/>
      <dgm:spPr/>
    </dgm:pt>
    <dgm:pt modelId="{1D812CA9-DD4F-854E-A80C-81DB4C585DC2}" type="pres">
      <dgm:prSet presAssocID="{C686189F-476E-48DA-A63F-BEB0CE1D9896}" presName="spaceBetweenRectangles" presStyleCnt="0"/>
      <dgm:spPr/>
    </dgm:pt>
    <dgm:pt modelId="{C5BF5A85-0801-2648-9B1E-20AF1FEC23D2}" type="pres">
      <dgm:prSet presAssocID="{5C5AF42F-7A8A-4BCE-B0C9-246AEC67C366}" presName="composite" presStyleCnt="0"/>
      <dgm:spPr/>
    </dgm:pt>
    <dgm:pt modelId="{65252357-DDC5-FB42-BAA0-7CFE92CF00D1}" type="pres">
      <dgm:prSet presAssocID="{5C5AF42F-7A8A-4BCE-B0C9-246AEC67C366}" presName="L1TextContainer" presStyleLbl="revTx" presStyleIdx="1" presStyleCnt="7">
        <dgm:presLayoutVars>
          <dgm:chMax val="1"/>
          <dgm:chPref val="1"/>
          <dgm:bulletEnabled val="1"/>
        </dgm:presLayoutVars>
      </dgm:prSet>
      <dgm:spPr/>
    </dgm:pt>
    <dgm:pt modelId="{E73B882A-04F7-EA49-9F57-7DF03B78306C}" type="pres">
      <dgm:prSet presAssocID="{5C5AF42F-7A8A-4BCE-B0C9-246AEC67C366}" presName="L2TextContainerWrapper" presStyleCnt="0">
        <dgm:presLayoutVars>
          <dgm:chMax val="0"/>
          <dgm:chPref val="0"/>
          <dgm:bulletEnabled val="1"/>
        </dgm:presLayoutVars>
      </dgm:prSet>
      <dgm:spPr/>
    </dgm:pt>
    <dgm:pt modelId="{0C575579-21DB-9C4A-89C1-B1CD15133FFC}" type="pres">
      <dgm:prSet presAssocID="{5C5AF42F-7A8A-4BCE-B0C9-246AEC67C366}" presName="L2TextContainer" presStyleLbl="bgAccFollowNode1" presStyleIdx="1" presStyleCnt="7"/>
      <dgm:spPr/>
    </dgm:pt>
    <dgm:pt modelId="{CABBBFA8-FF23-C744-823B-6CBE38C0BB1D}" type="pres">
      <dgm:prSet presAssocID="{5C5AF42F-7A8A-4BCE-B0C9-246AEC67C366}" presName="FlexibleEmptyPlaceHolder" presStyleCnt="0"/>
      <dgm:spPr/>
    </dgm:pt>
    <dgm:pt modelId="{EC158DFC-63A3-0243-BE84-19480D4D264F}" type="pres">
      <dgm:prSet presAssocID="{5C5AF42F-7A8A-4BCE-B0C9-246AEC67C366}" presName="ConnectLine" presStyleLbl="alignNode1" presStyleIdx="1" presStyleCnt="7"/>
      <dgm:spPr>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1655646"/>
              <a:satOff val="6635"/>
              <a:lumOff val="1438"/>
              <a:alphaOff val="0"/>
            </a:schemeClr>
          </a:solidFill>
          <a:prstDash val="dash"/>
        </a:ln>
        <a:effectLst>
          <a:outerShdw blurRad="40000" dist="23000" dir="5400000" rotWithShape="0">
            <a:srgbClr val="000000">
              <a:alpha val="35000"/>
            </a:srgbClr>
          </a:outerShdw>
        </a:effectLst>
      </dgm:spPr>
    </dgm:pt>
    <dgm:pt modelId="{5C18EDF0-6D3D-354F-A19B-C734B32D5066}" type="pres">
      <dgm:prSet presAssocID="{5C5AF42F-7A8A-4BCE-B0C9-246AEC67C366}" presName="ConnectorPoint" presStyleLbl="fgAcc1" presStyleIdx="1" presStyleCnt="7"/>
      <dgm:spPr>
        <a:solidFill>
          <a:schemeClr val="lt1">
            <a:alpha val="90000"/>
            <a:hueOff val="0"/>
            <a:satOff val="0"/>
            <a:lumOff val="0"/>
            <a:alphaOff val="0"/>
          </a:schemeClr>
        </a:solidFill>
        <a:ln w="9525" cap="flat" cmpd="sng" algn="ctr">
          <a:noFill/>
          <a:prstDash val="solid"/>
        </a:ln>
        <a:effectLst/>
      </dgm:spPr>
    </dgm:pt>
    <dgm:pt modelId="{86ABCFC3-3D5C-BF44-B7F3-95BFDD993338}" type="pres">
      <dgm:prSet presAssocID="{5C5AF42F-7A8A-4BCE-B0C9-246AEC67C366}" presName="EmptyPlaceHolder" presStyleCnt="0"/>
      <dgm:spPr/>
    </dgm:pt>
    <dgm:pt modelId="{674CB3F8-97D7-7643-A326-BB17DA41D21D}" type="pres">
      <dgm:prSet presAssocID="{D6BF6FDD-C7ED-42C1-87A9-392B6A72A417}" presName="spaceBetweenRectangles" presStyleCnt="0"/>
      <dgm:spPr/>
    </dgm:pt>
    <dgm:pt modelId="{AA481483-5D2D-6D49-8381-EDA9E3D59D3C}" type="pres">
      <dgm:prSet presAssocID="{894C51BE-A53E-4FC3-BE36-900926E628DA}" presName="composite" presStyleCnt="0"/>
      <dgm:spPr/>
    </dgm:pt>
    <dgm:pt modelId="{89AF353E-19B6-FB4D-8596-3E8B5D6C89CB}" type="pres">
      <dgm:prSet presAssocID="{894C51BE-A53E-4FC3-BE36-900926E628DA}" presName="L1TextContainer" presStyleLbl="revTx" presStyleIdx="2" presStyleCnt="7">
        <dgm:presLayoutVars>
          <dgm:chMax val="1"/>
          <dgm:chPref val="1"/>
          <dgm:bulletEnabled val="1"/>
        </dgm:presLayoutVars>
      </dgm:prSet>
      <dgm:spPr/>
    </dgm:pt>
    <dgm:pt modelId="{3E595306-6172-3448-8E33-9DDABE497049}" type="pres">
      <dgm:prSet presAssocID="{894C51BE-A53E-4FC3-BE36-900926E628DA}" presName="L2TextContainerWrapper" presStyleCnt="0">
        <dgm:presLayoutVars>
          <dgm:chMax val="0"/>
          <dgm:chPref val="0"/>
          <dgm:bulletEnabled val="1"/>
        </dgm:presLayoutVars>
      </dgm:prSet>
      <dgm:spPr/>
    </dgm:pt>
    <dgm:pt modelId="{69D28E3C-EA5D-9142-8E2E-1D7D95CFCCFA}" type="pres">
      <dgm:prSet presAssocID="{894C51BE-A53E-4FC3-BE36-900926E628DA}" presName="L2TextContainer" presStyleLbl="bgAccFollowNode1" presStyleIdx="2" presStyleCnt="7"/>
      <dgm:spPr/>
    </dgm:pt>
    <dgm:pt modelId="{212041C3-99A8-0E40-A68E-8EAED168D29F}" type="pres">
      <dgm:prSet presAssocID="{894C51BE-A53E-4FC3-BE36-900926E628DA}" presName="FlexibleEmptyPlaceHolder" presStyleCnt="0"/>
      <dgm:spPr/>
    </dgm:pt>
    <dgm:pt modelId="{FE0689FB-805E-2440-9387-AB3287C88FD6}" type="pres">
      <dgm:prSet presAssocID="{894C51BE-A53E-4FC3-BE36-900926E628DA}" presName="ConnectLine" presStyleLbl="alignNode1" presStyleIdx="2" presStyleCnt="7"/>
      <dgm:spPr>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3311292"/>
              <a:satOff val="13270"/>
              <a:lumOff val="2876"/>
              <a:alphaOff val="0"/>
            </a:schemeClr>
          </a:solidFill>
          <a:prstDash val="dash"/>
        </a:ln>
        <a:effectLst>
          <a:outerShdw blurRad="40000" dist="23000" dir="5400000" rotWithShape="0">
            <a:srgbClr val="000000">
              <a:alpha val="35000"/>
            </a:srgbClr>
          </a:outerShdw>
        </a:effectLst>
      </dgm:spPr>
    </dgm:pt>
    <dgm:pt modelId="{D9C5BBB9-8B89-A54C-8EF2-33525DA02559}" type="pres">
      <dgm:prSet presAssocID="{894C51BE-A53E-4FC3-BE36-900926E628DA}" presName="ConnectorPoint" presStyleLbl="fgAcc1" presStyleIdx="2" presStyleCnt="7"/>
      <dgm:spPr>
        <a:solidFill>
          <a:schemeClr val="lt1">
            <a:alpha val="90000"/>
            <a:hueOff val="0"/>
            <a:satOff val="0"/>
            <a:lumOff val="0"/>
            <a:alphaOff val="0"/>
          </a:schemeClr>
        </a:solidFill>
        <a:ln w="9525" cap="flat" cmpd="sng" algn="ctr">
          <a:noFill/>
          <a:prstDash val="solid"/>
        </a:ln>
        <a:effectLst/>
      </dgm:spPr>
    </dgm:pt>
    <dgm:pt modelId="{8F206CE1-92CB-BE4F-9200-54BD1FBE4B0A}" type="pres">
      <dgm:prSet presAssocID="{894C51BE-A53E-4FC3-BE36-900926E628DA}" presName="EmptyPlaceHolder" presStyleCnt="0"/>
      <dgm:spPr/>
    </dgm:pt>
    <dgm:pt modelId="{4173C801-0297-D241-949F-167B62443437}" type="pres">
      <dgm:prSet presAssocID="{99E1D1A1-DC68-4217-8627-E68C6A3DA7D3}" presName="spaceBetweenRectangles" presStyleCnt="0"/>
      <dgm:spPr/>
    </dgm:pt>
    <dgm:pt modelId="{5E9E9D7E-7ED2-574D-936E-1EC51B317A73}" type="pres">
      <dgm:prSet presAssocID="{3CE52D04-5489-4F60-BFB1-2B8ABEC798BD}" presName="composite" presStyleCnt="0"/>
      <dgm:spPr/>
    </dgm:pt>
    <dgm:pt modelId="{46C4DD02-F3AF-1240-97E5-352FFFB6B210}" type="pres">
      <dgm:prSet presAssocID="{3CE52D04-5489-4F60-BFB1-2B8ABEC798BD}" presName="L1TextContainer" presStyleLbl="revTx" presStyleIdx="3" presStyleCnt="7">
        <dgm:presLayoutVars>
          <dgm:chMax val="1"/>
          <dgm:chPref val="1"/>
          <dgm:bulletEnabled val="1"/>
        </dgm:presLayoutVars>
      </dgm:prSet>
      <dgm:spPr/>
    </dgm:pt>
    <dgm:pt modelId="{DCBB9971-E8A5-E444-83CE-6A5D90AD0F6A}" type="pres">
      <dgm:prSet presAssocID="{3CE52D04-5489-4F60-BFB1-2B8ABEC798BD}" presName="L2TextContainerWrapper" presStyleCnt="0">
        <dgm:presLayoutVars>
          <dgm:chMax val="0"/>
          <dgm:chPref val="0"/>
          <dgm:bulletEnabled val="1"/>
        </dgm:presLayoutVars>
      </dgm:prSet>
      <dgm:spPr/>
    </dgm:pt>
    <dgm:pt modelId="{5308F91F-FF1F-564B-AF4F-A65FA6B49CEA}" type="pres">
      <dgm:prSet presAssocID="{3CE52D04-5489-4F60-BFB1-2B8ABEC798BD}" presName="L2TextContainer" presStyleLbl="bgAccFollowNode1" presStyleIdx="3" presStyleCnt="7"/>
      <dgm:spPr/>
    </dgm:pt>
    <dgm:pt modelId="{9D27D807-2E4E-654B-887D-8D102E7F20D8}" type="pres">
      <dgm:prSet presAssocID="{3CE52D04-5489-4F60-BFB1-2B8ABEC798BD}" presName="FlexibleEmptyPlaceHolder" presStyleCnt="0"/>
      <dgm:spPr/>
    </dgm:pt>
    <dgm:pt modelId="{F33F1F8B-18DE-3C42-8860-2C3C5BAC7D5B}" type="pres">
      <dgm:prSet presAssocID="{3CE52D04-5489-4F60-BFB1-2B8ABEC798BD}" presName="ConnectLine" presStyleLbl="alignNode1" presStyleIdx="3" presStyleCnt="7"/>
      <dgm:spPr>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4966938"/>
              <a:satOff val="19906"/>
              <a:lumOff val="4314"/>
              <a:alphaOff val="0"/>
            </a:schemeClr>
          </a:solidFill>
          <a:prstDash val="dash"/>
        </a:ln>
        <a:effectLst>
          <a:outerShdw blurRad="40000" dist="23000" dir="5400000" rotWithShape="0">
            <a:srgbClr val="000000">
              <a:alpha val="35000"/>
            </a:srgbClr>
          </a:outerShdw>
        </a:effectLst>
      </dgm:spPr>
    </dgm:pt>
    <dgm:pt modelId="{1423F3CE-3A5F-A64D-8373-FE6C6EBF1DE8}" type="pres">
      <dgm:prSet presAssocID="{3CE52D04-5489-4F60-BFB1-2B8ABEC798BD}" presName="ConnectorPoint" presStyleLbl="fgAcc1" presStyleIdx="3" presStyleCnt="7"/>
      <dgm:spPr>
        <a:solidFill>
          <a:schemeClr val="lt1">
            <a:alpha val="90000"/>
            <a:hueOff val="0"/>
            <a:satOff val="0"/>
            <a:lumOff val="0"/>
            <a:alphaOff val="0"/>
          </a:schemeClr>
        </a:solidFill>
        <a:ln w="9525" cap="flat" cmpd="sng" algn="ctr">
          <a:noFill/>
          <a:prstDash val="solid"/>
        </a:ln>
        <a:effectLst/>
      </dgm:spPr>
    </dgm:pt>
    <dgm:pt modelId="{BA9505CA-99B5-C645-8E42-CBB2331D3212}" type="pres">
      <dgm:prSet presAssocID="{3CE52D04-5489-4F60-BFB1-2B8ABEC798BD}" presName="EmptyPlaceHolder" presStyleCnt="0"/>
      <dgm:spPr/>
    </dgm:pt>
    <dgm:pt modelId="{485F1705-EE33-644F-9625-96BA80AF11CB}" type="pres">
      <dgm:prSet presAssocID="{88D2A893-4D12-478A-8EBD-E8722362B151}" presName="spaceBetweenRectangles" presStyleCnt="0"/>
      <dgm:spPr/>
    </dgm:pt>
    <dgm:pt modelId="{730A3079-933C-1447-A3E6-99C0ACBCC90E}" type="pres">
      <dgm:prSet presAssocID="{F4557144-0688-442D-8530-618000AB8739}" presName="composite" presStyleCnt="0"/>
      <dgm:spPr/>
    </dgm:pt>
    <dgm:pt modelId="{B3DFEAC8-98B4-8F4E-B0FA-7EDF2BE35F28}" type="pres">
      <dgm:prSet presAssocID="{F4557144-0688-442D-8530-618000AB8739}" presName="L1TextContainer" presStyleLbl="revTx" presStyleIdx="4" presStyleCnt="7">
        <dgm:presLayoutVars>
          <dgm:chMax val="1"/>
          <dgm:chPref val="1"/>
          <dgm:bulletEnabled val="1"/>
        </dgm:presLayoutVars>
      </dgm:prSet>
      <dgm:spPr/>
    </dgm:pt>
    <dgm:pt modelId="{CD224FE6-0F9C-3748-A11A-F5CF189AFA2E}" type="pres">
      <dgm:prSet presAssocID="{F4557144-0688-442D-8530-618000AB8739}" presName="L2TextContainerWrapper" presStyleCnt="0">
        <dgm:presLayoutVars>
          <dgm:chMax val="0"/>
          <dgm:chPref val="0"/>
          <dgm:bulletEnabled val="1"/>
        </dgm:presLayoutVars>
      </dgm:prSet>
      <dgm:spPr/>
    </dgm:pt>
    <dgm:pt modelId="{B6A02B91-7E59-2F4C-857C-5A3B4AF05DEE}" type="pres">
      <dgm:prSet presAssocID="{F4557144-0688-442D-8530-618000AB8739}" presName="L2TextContainer" presStyleLbl="bgAccFollowNode1" presStyleIdx="4" presStyleCnt="7"/>
      <dgm:spPr/>
    </dgm:pt>
    <dgm:pt modelId="{3E42A4DE-4E01-C24C-9D3B-4DDBD94D99C8}" type="pres">
      <dgm:prSet presAssocID="{F4557144-0688-442D-8530-618000AB8739}" presName="FlexibleEmptyPlaceHolder" presStyleCnt="0"/>
      <dgm:spPr/>
    </dgm:pt>
    <dgm:pt modelId="{45FBAC1F-00FE-FE46-A2C7-954F2AE26EAB}" type="pres">
      <dgm:prSet presAssocID="{F4557144-0688-442D-8530-618000AB8739}" presName="ConnectLine" presStyleLbl="alignNode1" presStyleIdx="4" presStyleCnt="7"/>
      <dgm:spPr>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6622584"/>
              <a:satOff val="26541"/>
              <a:lumOff val="5752"/>
              <a:alphaOff val="0"/>
            </a:schemeClr>
          </a:solidFill>
          <a:prstDash val="dash"/>
        </a:ln>
        <a:effectLst>
          <a:outerShdw blurRad="40000" dist="23000" dir="5400000" rotWithShape="0">
            <a:srgbClr val="000000">
              <a:alpha val="35000"/>
            </a:srgbClr>
          </a:outerShdw>
        </a:effectLst>
      </dgm:spPr>
    </dgm:pt>
    <dgm:pt modelId="{16EA369B-5985-6648-8573-6C58D4C1AF0C}" type="pres">
      <dgm:prSet presAssocID="{F4557144-0688-442D-8530-618000AB8739}" presName="ConnectorPoint" presStyleLbl="fgAcc1" presStyleIdx="4" presStyleCnt="7"/>
      <dgm:spPr>
        <a:solidFill>
          <a:schemeClr val="lt1">
            <a:alpha val="90000"/>
            <a:hueOff val="0"/>
            <a:satOff val="0"/>
            <a:lumOff val="0"/>
            <a:alphaOff val="0"/>
          </a:schemeClr>
        </a:solidFill>
        <a:ln w="9525" cap="flat" cmpd="sng" algn="ctr">
          <a:noFill/>
          <a:prstDash val="solid"/>
        </a:ln>
        <a:effectLst/>
      </dgm:spPr>
    </dgm:pt>
    <dgm:pt modelId="{5575A5C6-018E-2549-AB1F-5AA4CFA9F5B9}" type="pres">
      <dgm:prSet presAssocID="{F4557144-0688-442D-8530-618000AB8739}" presName="EmptyPlaceHolder" presStyleCnt="0"/>
      <dgm:spPr/>
    </dgm:pt>
    <dgm:pt modelId="{9BFDDD2A-8801-A04C-9397-B12A220AD5BD}" type="pres">
      <dgm:prSet presAssocID="{FB689029-E9DB-4E6E-AFFF-A3ABBAD23939}" presName="spaceBetweenRectangles" presStyleCnt="0"/>
      <dgm:spPr/>
    </dgm:pt>
    <dgm:pt modelId="{A5A4C59F-C140-B442-94C1-BCD70B1285C9}" type="pres">
      <dgm:prSet presAssocID="{BD320DE6-E289-4B23-8D65-6F882F3F3D64}" presName="composite" presStyleCnt="0"/>
      <dgm:spPr/>
    </dgm:pt>
    <dgm:pt modelId="{12633E6C-1E59-EC43-A9D1-E84D3270F8E8}" type="pres">
      <dgm:prSet presAssocID="{BD320DE6-E289-4B23-8D65-6F882F3F3D64}" presName="L1TextContainer" presStyleLbl="revTx" presStyleIdx="5" presStyleCnt="7">
        <dgm:presLayoutVars>
          <dgm:chMax val="1"/>
          <dgm:chPref val="1"/>
          <dgm:bulletEnabled val="1"/>
        </dgm:presLayoutVars>
      </dgm:prSet>
      <dgm:spPr/>
    </dgm:pt>
    <dgm:pt modelId="{072E4798-F668-7748-8BA3-15C7AC69ADDF}" type="pres">
      <dgm:prSet presAssocID="{BD320DE6-E289-4B23-8D65-6F882F3F3D64}" presName="L2TextContainerWrapper" presStyleCnt="0">
        <dgm:presLayoutVars>
          <dgm:chMax val="0"/>
          <dgm:chPref val="0"/>
          <dgm:bulletEnabled val="1"/>
        </dgm:presLayoutVars>
      </dgm:prSet>
      <dgm:spPr/>
    </dgm:pt>
    <dgm:pt modelId="{47D5AB16-1157-BF42-9B46-29620220C4BE}" type="pres">
      <dgm:prSet presAssocID="{BD320DE6-E289-4B23-8D65-6F882F3F3D64}" presName="L2TextContainer" presStyleLbl="bgAccFollowNode1" presStyleIdx="5" presStyleCnt="7"/>
      <dgm:spPr/>
    </dgm:pt>
    <dgm:pt modelId="{50078102-048E-3E4A-96F6-963ABE61E55B}" type="pres">
      <dgm:prSet presAssocID="{BD320DE6-E289-4B23-8D65-6F882F3F3D64}" presName="FlexibleEmptyPlaceHolder" presStyleCnt="0"/>
      <dgm:spPr/>
    </dgm:pt>
    <dgm:pt modelId="{EE4A4FDD-EDA0-D748-B5B4-0EB870C1C021}" type="pres">
      <dgm:prSet presAssocID="{BD320DE6-E289-4B23-8D65-6F882F3F3D64}" presName="ConnectLine" presStyleLbl="alignNode1" presStyleIdx="5" presStyleCnt="7"/>
      <dgm:spPr>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8278230"/>
              <a:satOff val="33176"/>
              <a:lumOff val="7190"/>
              <a:alphaOff val="0"/>
            </a:schemeClr>
          </a:solidFill>
          <a:prstDash val="dash"/>
        </a:ln>
        <a:effectLst>
          <a:outerShdw blurRad="40000" dist="23000" dir="5400000" rotWithShape="0">
            <a:srgbClr val="000000">
              <a:alpha val="35000"/>
            </a:srgbClr>
          </a:outerShdw>
        </a:effectLst>
      </dgm:spPr>
    </dgm:pt>
    <dgm:pt modelId="{D5428B44-2462-3145-A108-897B140489EA}" type="pres">
      <dgm:prSet presAssocID="{BD320DE6-E289-4B23-8D65-6F882F3F3D64}" presName="ConnectorPoint" presStyleLbl="fgAcc1" presStyleIdx="5" presStyleCnt="7"/>
      <dgm:spPr>
        <a:solidFill>
          <a:schemeClr val="lt1">
            <a:alpha val="90000"/>
            <a:hueOff val="0"/>
            <a:satOff val="0"/>
            <a:lumOff val="0"/>
            <a:alphaOff val="0"/>
          </a:schemeClr>
        </a:solidFill>
        <a:ln w="9525" cap="flat" cmpd="sng" algn="ctr">
          <a:noFill/>
          <a:prstDash val="solid"/>
        </a:ln>
        <a:effectLst/>
      </dgm:spPr>
    </dgm:pt>
    <dgm:pt modelId="{51534A7D-8874-394A-9191-AC997CCC8EF5}" type="pres">
      <dgm:prSet presAssocID="{BD320DE6-E289-4B23-8D65-6F882F3F3D64}" presName="EmptyPlaceHolder" presStyleCnt="0"/>
      <dgm:spPr/>
    </dgm:pt>
    <dgm:pt modelId="{6B2C295F-5B2F-7646-BC6C-01A9953BB102}" type="pres">
      <dgm:prSet presAssocID="{4BA16D34-EA1D-43EC-812E-D88BD67D8DE8}" presName="spaceBetweenRectangles" presStyleCnt="0"/>
      <dgm:spPr/>
    </dgm:pt>
    <dgm:pt modelId="{36F8BBD9-7908-8045-9158-98A3C41E6EED}" type="pres">
      <dgm:prSet presAssocID="{06E1E8A9-F5E3-4C6A-8CA6-DEDBF1D2F937}" presName="composite" presStyleCnt="0"/>
      <dgm:spPr/>
    </dgm:pt>
    <dgm:pt modelId="{015A1D65-9123-4647-90CF-CD3884D31781}" type="pres">
      <dgm:prSet presAssocID="{06E1E8A9-F5E3-4C6A-8CA6-DEDBF1D2F937}" presName="L1TextContainer" presStyleLbl="revTx" presStyleIdx="6" presStyleCnt="7">
        <dgm:presLayoutVars>
          <dgm:chMax val="1"/>
          <dgm:chPref val="1"/>
          <dgm:bulletEnabled val="1"/>
        </dgm:presLayoutVars>
      </dgm:prSet>
      <dgm:spPr/>
    </dgm:pt>
    <dgm:pt modelId="{F424C2BC-C9A9-9540-9B00-815E2331188B}" type="pres">
      <dgm:prSet presAssocID="{06E1E8A9-F5E3-4C6A-8CA6-DEDBF1D2F937}" presName="L2TextContainerWrapper" presStyleCnt="0">
        <dgm:presLayoutVars>
          <dgm:chMax val="0"/>
          <dgm:chPref val="0"/>
          <dgm:bulletEnabled val="1"/>
        </dgm:presLayoutVars>
      </dgm:prSet>
      <dgm:spPr/>
    </dgm:pt>
    <dgm:pt modelId="{D4EEFAEB-E9DF-BE4D-A03B-75F97E70BD7F}" type="pres">
      <dgm:prSet presAssocID="{06E1E8A9-F5E3-4C6A-8CA6-DEDBF1D2F937}" presName="L2TextContainer" presStyleLbl="bgAccFollowNode1" presStyleIdx="6" presStyleCnt="7"/>
      <dgm:spPr/>
    </dgm:pt>
    <dgm:pt modelId="{753F64AC-4533-8E40-B88D-63EA50095CF9}" type="pres">
      <dgm:prSet presAssocID="{06E1E8A9-F5E3-4C6A-8CA6-DEDBF1D2F937}" presName="FlexibleEmptyPlaceHolder" presStyleCnt="0"/>
      <dgm:spPr/>
    </dgm:pt>
    <dgm:pt modelId="{5E198EC6-1A9D-2942-9402-BC851C50BC64}" type="pres">
      <dgm:prSet presAssocID="{06E1E8A9-F5E3-4C6A-8CA6-DEDBF1D2F937}" presName="ConnectLine" presStyleLbl="alignNode1" presStyleIdx="6" presStyleCnt="7"/>
      <dgm:spPr>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9933876"/>
              <a:satOff val="39811"/>
              <a:lumOff val="8628"/>
              <a:alphaOff val="0"/>
            </a:schemeClr>
          </a:solidFill>
          <a:prstDash val="dash"/>
        </a:ln>
        <a:effectLst>
          <a:outerShdw blurRad="40000" dist="23000" dir="5400000" rotWithShape="0">
            <a:srgbClr val="000000">
              <a:alpha val="35000"/>
            </a:srgbClr>
          </a:outerShdw>
        </a:effectLst>
      </dgm:spPr>
    </dgm:pt>
    <dgm:pt modelId="{2C06B139-2749-8F46-8779-83D2BCB03280}" type="pres">
      <dgm:prSet presAssocID="{06E1E8A9-F5E3-4C6A-8CA6-DEDBF1D2F937}" presName="ConnectorPoint" presStyleLbl="fgAcc1" presStyleIdx="6" presStyleCnt="7"/>
      <dgm:spPr>
        <a:solidFill>
          <a:schemeClr val="lt1">
            <a:alpha val="90000"/>
            <a:hueOff val="0"/>
            <a:satOff val="0"/>
            <a:lumOff val="0"/>
            <a:alphaOff val="0"/>
          </a:schemeClr>
        </a:solidFill>
        <a:ln w="9525" cap="flat" cmpd="sng" algn="ctr">
          <a:noFill/>
          <a:prstDash val="solid"/>
        </a:ln>
        <a:effectLst/>
      </dgm:spPr>
    </dgm:pt>
    <dgm:pt modelId="{5A4B97B5-81A6-2E42-BE59-92F5B705365A}" type="pres">
      <dgm:prSet presAssocID="{06E1E8A9-F5E3-4C6A-8CA6-DEDBF1D2F937}" presName="EmptyPlaceHolder" presStyleCnt="0"/>
      <dgm:spPr/>
    </dgm:pt>
  </dgm:ptLst>
  <dgm:cxnLst>
    <dgm:cxn modelId="{C5A24E0A-23AF-4267-9C65-AAC275770E72}" srcId="{894C51BE-A53E-4FC3-BE36-900926E628DA}" destId="{F933E13D-FCA3-418D-97C0-62FFB27A8E1F}" srcOrd="0" destOrd="0" parTransId="{C5BF5CBF-EC7D-4B3D-9751-73B50E9582C7}" sibTransId="{CC092851-0DAA-417F-B8CF-955E60203EBD}"/>
    <dgm:cxn modelId="{24B19B15-F7B0-4D6C-95EB-64BCC9805193}" srcId="{06E1E8A9-F5E3-4C6A-8CA6-DEDBF1D2F937}" destId="{E97A22C4-70B0-477E-AFEF-8397350F84EE}" srcOrd="0" destOrd="0" parTransId="{B5010CDE-3DAE-44BE-B3EE-B8AD7DC4F845}" sibTransId="{163FB4B4-BA31-47BA-983E-0F45906FC913}"/>
    <dgm:cxn modelId="{36C85C21-69C2-438A-945D-0C92F6044983}" srcId="{F4557144-0688-442D-8530-618000AB8739}" destId="{BEC6A4AC-E71B-49D3-97AA-D145F72C9910}" srcOrd="0" destOrd="0" parTransId="{4FA5C60A-60A8-4704-A9DC-7F31E9E6CC72}" sibTransId="{97FE2B81-5400-4CD4-924A-473F6B4DF6ED}"/>
    <dgm:cxn modelId="{5B9A7E21-4428-FE4B-AAE5-5790B589F27D}" type="presOf" srcId="{BEC6A4AC-E71B-49D3-97AA-D145F72C9910}" destId="{B6A02B91-7E59-2F4C-857C-5A3B4AF05DEE}" srcOrd="0" destOrd="0" presId="urn:microsoft.com/office/officeart/2017/3/layout/HorizontalPathTimeline"/>
    <dgm:cxn modelId="{96AEDA28-0BED-429C-ADC8-7743E508D3CD}" srcId="{1BF50AFE-E035-4559-8592-69E6514718F8}" destId="{C3A5BA49-1D44-4531-91ED-BD999AA80CCD}" srcOrd="0" destOrd="0" parTransId="{8CFE189F-73C3-4DC4-B675-CF502883A15B}" sibTransId="{EF60B00A-FB4A-45F6-87B1-A9F8D5C4EDAB}"/>
    <dgm:cxn modelId="{53F2F736-FE2B-E846-A90F-404E8BF7A8AF}" type="presOf" srcId="{06E1E8A9-F5E3-4C6A-8CA6-DEDBF1D2F937}" destId="{015A1D65-9123-4647-90CF-CD3884D31781}" srcOrd="0" destOrd="0" presId="urn:microsoft.com/office/officeart/2017/3/layout/HorizontalPathTimeline"/>
    <dgm:cxn modelId="{96D53C3D-10F8-415E-B6EC-DDD1591A9041}" srcId="{E387F85C-C3FC-4D5D-82C4-85833582D9A1}" destId="{5C5AF42F-7A8A-4BCE-B0C9-246AEC67C366}" srcOrd="1" destOrd="0" parTransId="{F2049961-2D92-4C54-8EC3-FCC4D162666C}" sibTransId="{D6BF6FDD-C7ED-42C1-87A9-392B6A72A417}"/>
    <dgm:cxn modelId="{5B231143-1929-4E53-83BA-FBEC7593BBDC}" srcId="{5C5AF42F-7A8A-4BCE-B0C9-246AEC67C366}" destId="{FB4D63A3-7FAB-48BA-8E9E-DB32427BC5FF}" srcOrd="0" destOrd="0" parTransId="{D86AED6E-6540-46DB-9FDF-9DA95D0D05DE}" sibTransId="{35EFAA1D-B745-484D-B1DC-941FBE5E6DFF}"/>
    <dgm:cxn modelId="{2D213846-820B-A843-94B3-7352D38569E4}" type="presOf" srcId="{F4557144-0688-442D-8530-618000AB8739}" destId="{B3DFEAC8-98B4-8F4E-B0FA-7EDF2BE35F28}" srcOrd="0" destOrd="0" presId="urn:microsoft.com/office/officeart/2017/3/layout/HorizontalPathTimeline"/>
    <dgm:cxn modelId="{4AB41153-A88F-4C43-AFFF-CC5D8ADC360D}" srcId="{E387F85C-C3FC-4D5D-82C4-85833582D9A1}" destId="{06E1E8A9-F5E3-4C6A-8CA6-DEDBF1D2F937}" srcOrd="6" destOrd="0" parTransId="{6978B6FF-B303-434A-B3AB-5A1FE6E47594}" sibTransId="{BD07866F-EA3D-4E74-B397-C79A01F12CEC}"/>
    <dgm:cxn modelId="{4CE93C5F-E380-594E-98E2-F3AAED4016F1}" type="presOf" srcId="{F933E13D-FCA3-418D-97C0-62FFB27A8E1F}" destId="{69D28E3C-EA5D-9142-8E2E-1D7D95CFCCFA}" srcOrd="0" destOrd="0" presId="urn:microsoft.com/office/officeart/2017/3/layout/HorizontalPathTimeline"/>
    <dgm:cxn modelId="{9CA6F76B-6C4E-4DA8-879C-C8FCD0C3E575}" srcId="{E387F85C-C3FC-4D5D-82C4-85833582D9A1}" destId="{BD320DE6-E289-4B23-8D65-6F882F3F3D64}" srcOrd="5" destOrd="0" parTransId="{CC22DBFA-E92D-4117-9727-C2EF5B1C98A7}" sibTransId="{4BA16D34-EA1D-43EC-812E-D88BD67D8DE8}"/>
    <dgm:cxn modelId="{946EC574-9ADE-8E47-9C2A-F0638D5B9CAE}" type="presOf" srcId="{FB4D63A3-7FAB-48BA-8E9E-DB32427BC5FF}" destId="{0C575579-21DB-9C4A-89C1-B1CD15133FFC}" srcOrd="0" destOrd="0" presId="urn:microsoft.com/office/officeart/2017/3/layout/HorizontalPathTimeline"/>
    <dgm:cxn modelId="{C8E13475-CB2E-EF43-B4EF-C4EFF4ADA9E1}" type="presOf" srcId="{777B9A02-DD69-45CE-94C3-297771DE31EF}" destId="{5308F91F-FF1F-564B-AF4F-A65FA6B49CEA}" srcOrd="0" destOrd="0" presId="urn:microsoft.com/office/officeart/2017/3/layout/HorizontalPathTimeline"/>
    <dgm:cxn modelId="{423A9194-1C7D-4C8B-AC4F-A94A8C3D3B3D}" srcId="{E387F85C-C3FC-4D5D-82C4-85833582D9A1}" destId="{3CE52D04-5489-4F60-BFB1-2B8ABEC798BD}" srcOrd="3" destOrd="0" parTransId="{236444A2-34CF-4769-A2F9-1B9E7D60B0E8}" sibTransId="{88D2A893-4D12-478A-8EBD-E8722362B151}"/>
    <dgm:cxn modelId="{5C773D95-3E44-4C4F-BCD3-C15909DB4E10}" type="presOf" srcId="{1BF50AFE-E035-4559-8592-69E6514718F8}" destId="{F2FF0076-0D24-2346-B77A-138EC5AD67BC}" srcOrd="0" destOrd="0" presId="urn:microsoft.com/office/officeart/2017/3/layout/HorizontalPathTimeline"/>
    <dgm:cxn modelId="{A5E7D49C-4472-4B37-AC6D-E97BFC54E2A7}" srcId="{E387F85C-C3FC-4D5D-82C4-85833582D9A1}" destId="{894C51BE-A53E-4FC3-BE36-900926E628DA}" srcOrd="2" destOrd="0" parTransId="{83C478AE-7186-4E1A-96E4-150AA2132A3A}" sibTransId="{99E1D1A1-DC68-4217-8627-E68C6A3DA7D3}"/>
    <dgm:cxn modelId="{AE936CA5-ABEE-2B45-B953-D904F1A74E50}" type="presOf" srcId="{E387F85C-C3FC-4D5D-82C4-85833582D9A1}" destId="{BF067D59-4254-6D4E-9968-D1CC546D2467}" srcOrd="0" destOrd="0" presId="urn:microsoft.com/office/officeart/2017/3/layout/HorizontalPathTimeline"/>
    <dgm:cxn modelId="{9FBF5BA6-5806-EA49-8956-5217FBB25C6A}" type="presOf" srcId="{E97A22C4-70B0-477E-AFEF-8397350F84EE}" destId="{D4EEFAEB-E9DF-BE4D-A03B-75F97E70BD7F}" srcOrd="0" destOrd="0" presId="urn:microsoft.com/office/officeart/2017/3/layout/HorizontalPathTimeline"/>
    <dgm:cxn modelId="{197867B4-09FE-BA4F-85C4-902DA90CE019}" type="presOf" srcId="{C3A5BA49-1D44-4531-91ED-BD999AA80CCD}" destId="{BCB64894-0103-2A44-B8DC-E1FEEAD3F204}" srcOrd="0" destOrd="0" presId="urn:microsoft.com/office/officeart/2017/3/layout/HorizontalPathTimeline"/>
    <dgm:cxn modelId="{F3EC92BB-9946-4338-BFF2-B3EF1F417094}" srcId="{E387F85C-C3FC-4D5D-82C4-85833582D9A1}" destId="{F4557144-0688-442D-8530-618000AB8739}" srcOrd="4" destOrd="0" parTransId="{0E7F33E8-24EA-43AE-A6F1-0E4F7CAFC4D1}" sibTransId="{FB689029-E9DB-4E6E-AFFF-A3ABBAD23939}"/>
    <dgm:cxn modelId="{BF956DC9-F424-7446-9559-56F3890FAE9F}" type="presOf" srcId="{894C51BE-A53E-4FC3-BE36-900926E628DA}" destId="{89AF353E-19B6-FB4D-8596-3E8B5D6C89CB}" srcOrd="0" destOrd="0" presId="urn:microsoft.com/office/officeart/2017/3/layout/HorizontalPathTimeline"/>
    <dgm:cxn modelId="{7CD080DF-1705-468B-BDD3-A70D339B2EC3}" srcId="{BD320DE6-E289-4B23-8D65-6F882F3F3D64}" destId="{E719C668-B4E2-43CF-BC7D-0724C1298B6C}" srcOrd="0" destOrd="0" parTransId="{81F0747D-61A3-4583-A376-85CD3F5BEE8F}" sibTransId="{F09A2C34-C8AE-44B6-AC37-D4D4DA19958C}"/>
    <dgm:cxn modelId="{7A4BA2E5-6809-452D-ACDC-8B46CFCFCBFF}" srcId="{E387F85C-C3FC-4D5D-82C4-85833582D9A1}" destId="{1BF50AFE-E035-4559-8592-69E6514718F8}" srcOrd="0" destOrd="0" parTransId="{B071A910-40CB-4306-B671-1E7BA4003E0A}" sibTransId="{C686189F-476E-48DA-A63F-BEB0CE1D9896}"/>
    <dgm:cxn modelId="{9542EDEF-864D-4C44-805F-4E4B8A3D770E}" type="presOf" srcId="{BD320DE6-E289-4B23-8D65-6F882F3F3D64}" destId="{12633E6C-1E59-EC43-A9D1-E84D3270F8E8}" srcOrd="0" destOrd="0" presId="urn:microsoft.com/office/officeart/2017/3/layout/HorizontalPathTimeline"/>
    <dgm:cxn modelId="{F2CA15F0-E584-2B44-9BDB-36F4ACA79249}" type="presOf" srcId="{3CE52D04-5489-4F60-BFB1-2B8ABEC798BD}" destId="{46C4DD02-F3AF-1240-97E5-352FFFB6B210}" srcOrd="0" destOrd="0" presId="urn:microsoft.com/office/officeart/2017/3/layout/HorizontalPathTimeline"/>
    <dgm:cxn modelId="{859E61F0-93C3-4D9B-9AEA-22366B3C246D}" srcId="{3CE52D04-5489-4F60-BFB1-2B8ABEC798BD}" destId="{777B9A02-DD69-45CE-94C3-297771DE31EF}" srcOrd="0" destOrd="0" parTransId="{D1DB02CA-E9D4-48F0-A518-2D9A7B6A5EFE}" sibTransId="{A624CDA7-A259-4CD7-81A5-E3096C4679F3}"/>
    <dgm:cxn modelId="{3FE6E9F4-3944-604E-B75B-41F173BEB81F}" type="presOf" srcId="{5C5AF42F-7A8A-4BCE-B0C9-246AEC67C366}" destId="{65252357-DDC5-FB42-BAA0-7CFE92CF00D1}" srcOrd="0" destOrd="0" presId="urn:microsoft.com/office/officeart/2017/3/layout/HorizontalPathTimeline"/>
    <dgm:cxn modelId="{3B4AB3FA-0409-9549-B25B-05F98358EE8B}" type="presOf" srcId="{E719C668-B4E2-43CF-BC7D-0724C1298B6C}" destId="{47D5AB16-1157-BF42-9B46-29620220C4BE}" srcOrd="0" destOrd="0" presId="urn:microsoft.com/office/officeart/2017/3/layout/HorizontalPathTimeline"/>
    <dgm:cxn modelId="{01F10F19-6AC1-4B4E-97E7-AE182C26C4EC}" type="presParOf" srcId="{BF067D59-4254-6D4E-9968-D1CC546D2467}" destId="{FBFFED89-D854-9A46-A927-21BD096F0D57}" srcOrd="0" destOrd="0" presId="urn:microsoft.com/office/officeart/2017/3/layout/HorizontalPathTimeline"/>
    <dgm:cxn modelId="{BAABD43D-81D3-E440-B3DB-297BA44502A8}" type="presParOf" srcId="{BF067D59-4254-6D4E-9968-D1CC546D2467}" destId="{95C86F47-8795-034F-B064-3901C694E2F9}" srcOrd="1" destOrd="0" presId="urn:microsoft.com/office/officeart/2017/3/layout/HorizontalPathTimeline"/>
    <dgm:cxn modelId="{CADBCBA0-DC36-2D4E-A005-AD4FCDD13AD5}" type="presParOf" srcId="{95C86F47-8795-034F-B064-3901C694E2F9}" destId="{18A72291-2655-2042-950B-009D56DD787D}" srcOrd="0" destOrd="0" presId="urn:microsoft.com/office/officeart/2017/3/layout/HorizontalPathTimeline"/>
    <dgm:cxn modelId="{1B8150D0-8C45-6140-AE4F-24B6F450CB20}" type="presParOf" srcId="{18A72291-2655-2042-950B-009D56DD787D}" destId="{F2FF0076-0D24-2346-B77A-138EC5AD67BC}" srcOrd="0" destOrd="0" presId="urn:microsoft.com/office/officeart/2017/3/layout/HorizontalPathTimeline"/>
    <dgm:cxn modelId="{31A99A24-DE25-5F4C-95EB-14A6AD46FB6A}" type="presParOf" srcId="{18A72291-2655-2042-950B-009D56DD787D}" destId="{111D89B2-59F3-214C-9805-05E414E1D963}" srcOrd="1" destOrd="0" presId="urn:microsoft.com/office/officeart/2017/3/layout/HorizontalPathTimeline"/>
    <dgm:cxn modelId="{5707B307-13B3-4E42-AE58-FA406990FC56}" type="presParOf" srcId="{111D89B2-59F3-214C-9805-05E414E1D963}" destId="{BCB64894-0103-2A44-B8DC-E1FEEAD3F204}" srcOrd="0" destOrd="0" presId="urn:microsoft.com/office/officeart/2017/3/layout/HorizontalPathTimeline"/>
    <dgm:cxn modelId="{E6A2345D-9F9F-C346-B470-78C2F54E7214}" type="presParOf" srcId="{111D89B2-59F3-214C-9805-05E414E1D963}" destId="{536C1096-DB35-F445-BA40-EE085DEBA999}" srcOrd="1" destOrd="0" presId="urn:microsoft.com/office/officeart/2017/3/layout/HorizontalPathTimeline"/>
    <dgm:cxn modelId="{1581A4DB-EC9D-CC4C-B6AE-0E20F9A160FA}" type="presParOf" srcId="{18A72291-2655-2042-950B-009D56DD787D}" destId="{C7A1BE0F-9582-3D46-9A70-B80CC5F79538}" srcOrd="2" destOrd="0" presId="urn:microsoft.com/office/officeart/2017/3/layout/HorizontalPathTimeline"/>
    <dgm:cxn modelId="{CE798CF6-7260-0242-B979-029DA6822555}" type="presParOf" srcId="{18A72291-2655-2042-950B-009D56DD787D}" destId="{AEF914E6-6A52-9246-85E9-91B7C7960CE9}" srcOrd="3" destOrd="0" presId="urn:microsoft.com/office/officeart/2017/3/layout/HorizontalPathTimeline"/>
    <dgm:cxn modelId="{9324C6EB-AB7C-4647-A2F5-DC66FDD23155}" type="presParOf" srcId="{18A72291-2655-2042-950B-009D56DD787D}" destId="{4B9F60BA-643B-664F-8114-002B32467835}" srcOrd="4" destOrd="0" presId="urn:microsoft.com/office/officeart/2017/3/layout/HorizontalPathTimeline"/>
    <dgm:cxn modelId="{4177F200-E0AC-DE4C-B131-7AAEB5E71E53}" type="presParOf" srcId="{95C86F47-8795-034F-B064-3901C694E2F9}" destId="{1D812CA9-DD4F-854E-A80C-81DB4C585DC2}" srcOrd="1" destOrd="0" presId="urn:microsoft.com/office/officeart/2017/3/layout/HorizontalPathTimeline"/>
    <dgm:cxn modelId="{9C9F55FC-5F4B-B74D-9A41-D9D8A423DEE4}" type="presParOf" srcId="{95C86F47-8795-034F-B064-3901C694E2F9}" destId="{C5BF5A85-0801-2648-9B1E-20AF1FEC23D2}" srcOrd="2" destOrd="0" presId="urn:microsoft.com/office/officeart/2017/3/layout/HorizontalPathTimeline"/>
    <dgm:cxn modelId="{06D43B3C-E708-DC45-A30B-CFB3085220C6}" type="presParOf" srcId="{C5BF5A85-0801-2648-9B1E-20AF1FEC23D2}" destId="{65252357-DDC5-FB42-BAA0-7CFE92CF00D1}" srcOrd="0" destOrd="0" presId="urn:microsoft.com/office/officeart/2017/3/layout/HorizontalPathTimeline"/>
    <dgm:cxn modelId="{5A107E26-63FA-2D45-A730-E360892C3098}" type="presParOf" srcId="{C5BF5A85-0801-2648-9B1E-20AF1FEC23D2}" destId="{E73B882A-04F7-EA49-9F57-7DF03B78306C}" srcOrd="1" destOrd="0" presId="urn:microsoft.com/office/officeart/2017/3/layout/HorizontalPathTimeline"/>
    <dgm:cxn modelId="{6A0097C4-88A8-A345-B6A4-0072FB981257}" type="presParOf" srcId="{E73B882A-04F7-EA49-9F57-7DF03B78306C}" destId="{0C575579-21DB-9C4A-89C1-B1CD15133FFC}" srcOrd="0" destOrd="0" presId="urn:microsoft.com/office/officeart/2017/3/layout/HorizontalPathTimeline"/>
    <dgm:cxn modelId="{FF00E17E-7094-034B-B739-22B987017DFB}" type="presParOf" srcId="{E73B882A-04F7-EA49-9F57-7DF03B78306C}" destId="{CABBBFA8-FF23-C744-823B-6CBE38C0BB1D}" srcOrd="1" destOrd="0" presId="urn:microsoft.com/office/officeart/2017/3/layout/HorizontalPathTimeline"/>
    <dgm:cxn modelId="{8E2C8928-6EEF-5746-ACB4-6FFF4731A29C}" type="presParOf" srcId="{C5BF5A85-0801-2648-9B1E-20AF1FEC23D2}" destId="{EC158DFC-63A3-0243-BE84-19480D4D264F}" srcOrd="2" destOrd="0" presId="urn:microsoft.com/office/officeart/2017/3/layout/HorizontalPathTimeline"/>
    <dgm:cxn modelId="{552892AE-4E79-9C49-A3C3-0B39A194C21F}" type="presParOf" srcId="{C5BF5A85-0801-2648-9B1E-20AF1FEC23D2}" destId="{5C18EDF0-6D3D-354F-A19B-C734B32D5066}" srcOrd="3" destOrd="0" presId="urn:microsoft.com/office/officeart/2017/3/layout/HorizontalPathTimeline"/>
    <dgm:cxn modelId="{8006214F-02B2-A149-9CA3-95B1F3FBC6EF}" type="presParOf" srcId="{C5BF5A85-0801-2648-9B1E-20AF1FEC23D2}" destId="{86ABCFC3-3D5C-BF44-B7F3-95BFDD993338}" srcOrd="4" destOrd="0" presId="urn:microsoft.com/office/officeart/2017/3/layout/HorizontalPathTimeline"/>
    <dgm:cxn modelId="{E7CF54F5-76E7-F74D-B820-5071C056A8A2}" type="presParOf" srcId="{95C86F47-8795-034F-B064-3901C694E2F9}" destId="{674CB3F8-97D7-7643-A326-BB17DA41D21D}" srcOrd="3" destOrd="0" presId="urn:microsoft.com/office/officeart/2017/3/layout/HorizontalPathTimeline"/>
    <dgm:cxn modelId="{906CDD6E-AA7D-244A-827E-F957676E78B5}" type="presParOf" srcId="{95C86F47-8795-034F-B064-3901C694E2F9}" destId="{AA481483-5D2D-6D49-8381-EDA9E3D59D3C}" srcOrd="4" destOrd="0" presId="urn:microsoft.com/office/officeart/2017/3/layout/HorizontalPathTimeline"/>
    <dgm:cxn modelId="{EAF7CAAA-9A71-6741-A4DB-9C0CD6B807E9}" type="presParOf" srcId="{AA481483-5D2D-6D49-8381-EDA9E3D59D3C}" destId="{89AF353E-19B6-FB4D-8596-3E8B5D6C89CB}" srcOrd="0" destOrd="0" presId="urn:microsoft.com/office/officeart/2017/3/layout/HorizontalPathTimeline"/>
    <dgm:cxn modelId="{560CB4EF-D443-DD43-AD26-7D75FFC4647D}" type="presParOf" srcId="{AA481483-5D2D-6D49-8381-EDA9E3D59D3C}" destId="{3E595306-6172-3448-8E33-9DDABE497049}" srcOrd="1" destOrd="0" presId="urn:microsoft.com/office/officeart/2017/3/layout/HorizontalPathTimeline"/>
    <dgm:cxn modelId="{F960C358-F08F-7341-84A4-66DA6911BB23}" type="presParOf" srcId="{3E595306-6172-3448-8E33-9DDABE497049}" destId="{69D28E3C-EA5D-9142-8E2E-1D7D95CFCCFA}" srcOrd="0" destOrd="0" presId="urn:microsoft.com/office/officeart/2017/3/layout/HorizontalPathTimeline"/>
    <dgm:cxn modelId="{E05E2C21-3AC6-A14D-933A-469E19753112}" type="presParOf" srcId="{3E595306-6172-3448-8E33-9DDABE497049}" destId="{212041C3-99A8-0E40-A68E-8EAED168D29F}" srcOrd="1" destOrd="0" presId="urn:microsoft.com/office/officeart/2017/3/layout/HorizontalPathTimeline"/>
    <dgm:cxn modelId="{C86BDE80-5443-5E43-9004-5952EAD236CD}" type="presParOf" srcId="{AA481483-5D2D-6D49-8381-EDA9E3D59D3C}" destId="{FE0689FB-805E-2440-9387-AB3287C88FD6}" srcOrd="2" destOrd="0" presId="urn:microsoft.com/office/officeart/2017/3/layout/HorizontalPathTimeline"/>
    <dgm:cxn modelId="{98B61B2E-27CA-DB41-AA9D-3A27842EBF20}" type="presParOf" srcId="{AA481483-5D2D-6D49-8381-EDA9E3D59D3C}" destId="{D9C5BBB9-8B89-A54C-8EF2-33525DA02559}" srcOrd="3" destOrd="0" presId="urn:microsoft.com/office/officeart/2017/3/layout/HorizontalPathTimeline"/>
    <dgm:cxn modelId="{A6C0D21C-ECDD-5D4D-A87A-F6731843C196}" type="presParOf" srcId="{AA481483-5D2D-6D49-8381-EDA9E3D59D3C}" destId="{8F206CE1-92CB-BE4F-9200-54BD1FBE4B0A}" srcOrd="4" destOrd="0" presId="urn:microsoft.com/office/officeart/2017/3/layout/HorizontalPathTimeline"/>
    <dgm:cxn modelId="{F4EC4166-F974-6548-ACEB-C69E5227B520}" type="presParOf" srcId="{95C86F47-8795-034F-B064-3901C694E2F9}" destId="{4173C801-0297-D241-949F-167B62443437}" srcOrd="5" destOrd="0" presId="urn:microsoft.com/office/officeart/2017/3/layout/HorizontalPathTimeline"/>
    <dgm:cxn modelId="{5F4B2AC6-0CC8-384D-A593-70505C7E0746}" type="presParOf" srcId="{95C86F47-8795-034F-B064-3901C694E2F9}" destId="{5E9E9D7E-7ED2-574D-936E-1EC51B317A73}" srcOrd="6" destOrd="0" presId="urn:microsoft.com/office/officeart/2017/3/layout/HorizontalPathTimeline"/>
    <dgm:cxn modelId="{0A99913C-CA69-9F4B-8931-DF052BC15259}" type="presParOf" srcId="{5E9E9D7E-7ED2-574D-936E-1EC51B317A73}" destId="{46C4DD02-F3AF-1240-97E5-352FFFB6B210}" srcOrd="0" destOrd="0" presId="urn:microsoft.com/office/officeart/2017/3/layout/HorizontalPathTimeline"/>
    <dgm:cxn modelId="{64939D66-E36A-574F-AF18-3DF36E921167}" type="presParOf" srcId="{5E9E9D7E-7ED2-574D-936E-1EC51B317A73}" destId="{DCBB9971-E8A5-E444-83CE-6A5D90AD0F6A}" srcOrd="1" destOrd="0" presId="urn:microsoft.com/office/officeart/2017/3/layout/HorizontalPathTimeline"/>
    <dgm:cxn modelId="{139C1FB1-8748-3740-8CE2-5A6CB983EE1A}" type="presParOf" srcId="{DCBB9971-E8A5-E444-83CE-6A5D90AD0F6A}" destId="{5308F91F-FF1F-564B-AF4F-A65FA6B49CEA}" srcOrd="0" destOrd="0" presId="urn:microsoft.com/office/officeart/2017/3/layout/HorizontalPathTimeline"/>
    <dgm:cxn modelId="{AFEE03B4-BA56-4841-8262-ABC30833C2D9}" type="presParOf" srcId="{DCBB9971-E8A5-E444-83CE-6A5D90AD0F6A}" destId="{9D27D807-2E4E-654B-887D-8D102E7F20D8}" srcOrd="1" destOrd="0" presId="urn:microsoft.com/office/officeart/2017/3/layout/HorizontalPathTimeline"/>
    <dgm:cxn modelId="{7B6CB487-DDD0-8D4B-987F-84BB91E5A522}" type="presParOf" srcId="{5E9E9D7E-7ED2-574D-936E-1EC51B317A73}" destId="{F33F1F8B-18DE-3C42-8860-2C3C5BAC7D5B}" srcOrd="2" destOrd="0" presId="urn:microsoft.com/office/officeart/2017/3/layout/HorizontalPathTimeline"/>
    <dgm:cxn modelId="{3FFE5B26-E364-D147-817E-82AE8661408D}" type="presParOf" srcId="{5E9E9D7E-7ED2-574D-936E-1EC51B317A73}" destId="{1423F3CE-3A5F-A64D-8373-FE6C6EBF1DE8}" srcOrd="3" destOrd="0" presId="urn:microsoft.com/office/officeart/2017/3/layout/HorizontalPathTimeline"/>
    <dgm:cxn modelId="{3C23708F-2908-1A46-ACF2-74FAB13A0595}" type="presParOf" srcId="{5E9E9D7E-7ED2-574D-936E-1EC51B317A73}" destId="{BA9505CA-99B5-C645-8E42-CBB2331D3212}" srcOrd="4" destOrd="0" presId="urn:microsoft.com/office/officeart/2017/3/layout/HorizontalPathTimeline"/>
    <dgm:cxn modelId="{28B13E88-DBA5-844D-8765-8E5FA30EF0C2}" type="presParOf" srcId="{95C86F47-8795-034F-B064-3901C694E2F9}" destId="{485F1705-EE33-644F-9625-96BA80AF11CB}" srcOrd="7" destOrd="0" presId="urn:microsoft.com/office/officeart/2017/3/layout/HorizontalPathTimeline"/>
    <dgm:cxn modelId="{40E89EEC-F2E9-1140-B37F-D58C68511511}" type="presParOf" srcId="{95C86F47-8795-034F-B064-3901C694E2F9}" destId="{730A3079-933C-1447-A3E6-99C0ACBCC90E}" srcOrd="8" destOrd="0" presId="urn:microsoft.com/office/officeart/2017/3/layout/HorizontalPathTimeline"/>
    <dgm:cxn modelId="{42FA02DC-C4CF-3E4D-83F3-3BC05EA2C3D2}" type="presParOf" srcId="{730A3079-933C-1447-A3E6-99C0ACBCC90E}" destId="{B3DFEAC8-98B4-8F4E-B0FA-7EDF2BE35F28}" srcOrd="0" destOrd="0" presId="urn:microsoft.com/office/officeart/2017/3/layout/HorizontalPathTimeline"/>
    <dgm:cxn modelId="{8F4DADC3-44C0-284D-AD4A-2A126DC6BCEF}" type="presParOf" srcId="{730A3079-933C-1447-A3E6-99C0ACBCC90E}" destId="{CD224FE6-0F9C-3748-A11A-F5CF189AFA2E}" srcOrd="1" destOrd="0" presId="urn:microsoft.com/office/officeart/2017/3/layout/HorizontalPathTimeline"/>
    <dgm:cxn modelId="{797A9454-9E96-6745-A124-E60D3B63690E}" type="presParOf" srcId="{CD224FE6-0F9C-3748-A11A-F5CF189AFA2E}" destId="{B6A02B91-7E59-2F4C-857C-5A3B4AF05DEE}" srcOrd="0" destOrd="0" presId="urn:microsoft.com/office/officeart/2017/3/layout/HorizontalPathTimeline"/>
    <dgm:cxn modelId="{80964A68-ECC7-D743-827D-0B629C7D2A73}" type="presParOf" srcId="{CD224FE6-0F9C-3748-A11A-F5CF189AFA2E}" destId="{3E42A4DE-4E01-C24C-9D3B-4DDBD94D99C8}" srcOrd="1" destOrd="0" presId="urn:microsoft.com/office/officeart/2017/3/layout/HorizontalPathTimeline"/>
    <dgm:cxn modelId="{7CFB706A-0A91-6A42-97F7-A18D773C9795}" type="presParOf" srcId="{730A3079-933C-1447-A3E6-99C0ACBCC90E}" destId="{45FBAC1F-00FE-FE46-A2C7-954F2AE26EAB}" srcOrd="2" destOrd="0" presId="urn:microsoft.com/office/officeart/2017/3/layout/HorizontalPathTimeline"/>
    <dgm:cxn modelId="{9AB7517B-8BE5-9043-AB1E-CE65D7235EB0}" type="presParOf" srcId="{730A3079-933C-1447-A3E6-99C0ACBCC90E}" destId="{16EA369B-5985-6648-8573-6C58D4C1AF0C}" srcOrd="3" destOrd="0" presId="urn:microsoft.com/office/officeart/2017/3/layout/HorizontalPathTimeline"/>
    <dgm:cxn modelId="{A4138CB9-8D8E-CC47-BECE-9AA080161466}" type="presParOf" srcId="{730A3079-933C-1447-A3E6-99C0ACBCC90E}" destId="{5575A5C6-018E-2549-AB1F-5AA4CFA9F5B9}" srcOrd="4" destOrd="0" presId="urn:microsoft.com/office/officeart/2017/3/layout/HorizontalPathTimeline"/>
    <dgm:cxn modelId="{36F63DED-8E46-9B43-9A84-FEBFF1CB67E7}" type="presParOf" srcId="{95C86F47-8795-034F-B064-3901C694E2F9}" destId="{9BFDDD2A-8801-A04C-9397-B12A220AD5BD}" srcOrd="9" destOrd="0" presId="urn:microsoft.com/office/officeart/2017/3/layout/HorizontalPathTimeline"/>
    <dgm:cxn modelId="{43AAAC85-862A-184F-840A-FDCE870FD276}" type="presParOf" srcId="{95C86F47-8795-034F-B064-3901C694E2F9}" destId="{A5A4C59F-C140-B442-94C1-BCD70B1285C9}" srcOrd="10" destOrd="0" presId="urn:microsoft.com/office/officeart/2017/3/layout/HorizontalPathTimeline"/>
    <dgm:cxn modelId="{2DA40022-5413-BD41-9391-6542474C67EC}" type="presParOf" srcId="{A5A4C59F-C140-B442-94C1-BCD70B1285C9}" destId="{12633E6C-1E59-EC43-A9D1-E84D3270F8E8}" srcOrd="0" destOrd="0" presId="urn:microsoft.com/office/officeart/2017/3/layout/HorizontalPathTimeline"/>
    <dgm:cxn modelId="{C93B2F3E-C2A8-7947-8DF2-99D40F4F45BA}" type="presParOf" srcId="{A5A4C59F-C140-B442-94C1-BCD70B1285C9}" destId="{072E4798-F668-7748-8BA3-15C7AC69ADDF}" srcOrd="1" destOrd="0" presId="urn:microsoft.com/office/officeart/2017/3/layout/HorizontalPathTimeline"/>
    <dgm:cxn modelId="{789C6C64-2950-A546-9E0B-89BB9479DBFA}" type="presParOf" srcId="{072E4798-F668-7748-8BA3-15C7AC69ADDF}" destId="{47D5AB16-1157-BF42-9B46-29620220C4BE}" srcOrd="0" destOrd="0" presId="urn:microsoft.com/office/officeart/2017/3/layout/HorizontalPathTimeline"/>
    <dgm:cxn modelId="{0DED78B6-0927-9449-B7DA-5583D724EAC9}" type="presParOf" srcId="{072E4798-F668-7748-8BA3-15C7AC69ADDF}" destId="{50078102-048E-3E4A-96F6-963ABE61E55B}" srcOrd="1" destOrd="0" presId="urn:microsoft.com/office/officeart/2017/3/layout/HorizontalPathTimeline"/>
    <dgm:cxn modelId="{DC8260DE-3AE8-3A42-B2CC-78968A64F927}" type="presParOf" srcId="{A5A4C59F-C140-B442-94C1-BCD70B1285C9}" destId="{EE4A4FDD-EDA0-D748-B5B4-0EB870C1C021}" srcOrd="2" destOrd="0" presId="urn:microsoft.com/office/officeart/2017/3/layout/HorizontalPathTimeline"/>
    <dgm:cxn modelId="{0EC2BEE8-98B0-0E49-B305-1D97CB137A19}" type="presParOf" srcId="{A5A4C59F-C140-B442-94C1-BCD70B1285C9}" destId="{D5428B44-2462-3145-A108-897B140489EA}" srcOrd="3" destOrd="0" presId="urn:microsoft.com/office/officeart/2017/3/layout/HorizontalPathTimeline"/>
    <dgm:cxn modelId="{F809AAA1-632C-4C4A-960F-2F47501DEE6E}" type="presParOf" srcId="{A5A4C59F-C140-B442-94C1-BCD70B1285C9}" destId="{51534A7D-8874-394A-9191-AC997CCC8EF5}" srcOrd="4" destOrd="0" presId="urn:microsoft.com/office/officeart/2017/3/layout/HorizontalPathTimeline"/>
    <dgm:cxn modelId="{DDE39FA9-93E4-F747-B54E-8F97DFD90992}" type="presParOf" srcId="{95C86F47-8795-034F-B064-3901C694E2F9}" destId="{6B2C295F-5B2F-7646-BC6C-01A9953BB102}" srcOrd="11" destOrd="0" presId="urn:microsoft.com/office/officeart/2017/3/layout/HorizontalPathTimeline"/>
    <dgm:cxn modelId="{A99AAC70-A8DA-2146-A5EB-A4E7C3A7AF06}" type="presParOf" srcId="{95C86F47-8795-034F-B064-3901C694E2F9}" destId="{36F8BBD9-7908-8045-9158-98A3C41E6EED}" srcOrd="12" destOrd="0" presId="urn:microsoft.com/office/officeart/2017/3/layout/HorizontalPathTimeline"/>
    <dgm:cxn modelId="{1F75D835-818B-5142-BDB9-8E88B6FDE385}" type="presParOf" srcId="{36F8BBD9-7908-8045-9158-98A3C41E6EED}" destId="{015A1D65-9123-4647-90CF-CD3884D31781}" srcOrd="0" destOrd="0" presId="urn:microsoft.com/office/officeart/2017/3/layout/HorizontalPathTimeline"/>
    <dgm:cxn modelId="{8E7EB56A-A90F-894B-B60C-D89F2E972D29}" type="presParOf" srcId="{36F8BBD9-7908-8045-9158-98A3C41E6EED}" destId="{F424C2BC-C9A9-9540-9B00-815E2331188B}" srcOrd="1" destOrd="0" presId="urn:microsoft.com/office/officeart/2017/3/layout/HorizontalPathTimeline"/>
    <dgm:cxn modelId="{39D24FEC-07D7-BA41-8A61-909783DAC520}" type="presParOf" srcId="{F424C2BC-C9A9-9540-9B00-815E2331188B}" destId="{D4EEFAEB-E9DF-BE4D-A03B-75F97E70BD7F}" srcOrd="0" destOrd="0" presId="urn:microsoft.com/office/officeart/2017/3/layout/HorizontalPathTimeline"/>
    <dgm:cxn modelId="{934B72A5-C5CB-D441-BF74-BB6EDB3E1CAD}" type="presParOf" srcId="{F424C2BC-C9A9-9540-9B00-815E2331188B}" destId="{753F64AC-4533-8E40-B88D-63EA50095CF9}" srcOrd="1" destOrd="0" presId="urn:microsoft.com/office/officeart/2017/3/layout/HorizontalPathTimeline"/>
    <dgm:cxn modelId="{F5FA612D-660B-4144-AF32-98FC1CBAA57B}" type="presParOf" srcId="{36F8BBD9-7908-8045-9158-98A3C41E6EED}" destId="{5E198EC6-1A9D-2942-9402-BC851C50BC64}" srcOrd="2" destOrd="0" presId="urn:microsoft.com/office/officeart/2017/3/layout/HorizontalPathTimeline"/>
    <dgm:cxn modelId="{8BCE6E3A-5B48-7F47-9926-6D1F944FA0A4}" type="presParOf" srcId="{36F8BBD9-7908-8045-9158-98A3C41E6EED}" destId="{2C06B139-2749-8F46-8779-83D2BCB03280}" srcOrd="3" destOrd="0" presId="urn:microsoft.com/office/officeart/2017/3/layout/HorizontalPathTimeline"/>
    <dgm:cxn modelId="{42944E2A-8104-0C43-90B2-08FD23F51761}" type="presParOf" srcId="{36F8BBD9-7908-8045-9158-98A3C41E6EED}" destId="{5A4B97B5-81A6-2E42-BE59-92F5B705365A}" srcOrd="4" destOrd="0" presId="urn:microsoft.com/office/officeart/2017/3/layout/HorizontalPath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2FF0076-0D24-2346-B77A-138EC5AD67BC}">
      <dsp:nvSpPr>
        <dsp:cNvPr id="0" name=""/>
        <dsp:cNvSpPr/>
      </dsp:nvSpPr>
      <dsp:spPr>
        <a:xfrm>
          <a:off x="125003" y="2196566"/>
          <a:ext cx="1000024" cy="462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711200">
            <a:lnSpc>
              <a:spcPct val="90000"/>
            </a:lnSpc>
            <a:spcBef>
              <a:spcPct val="0"/>
            </a:spcBef>
            <a:spcAft>
              <a:spcPct val="35000"/>
            </a:spcAft>
            <a:buNone/>
            <a:defRPr b="1"/>
          </a:pPr>
          <a:r>
            <a:rPr lang="en-US" sz="1600" kern="1200"/>
            <a:t>9:00 AM – 9:30 AM</a:t>
          </a:r>
        </a:p>
      </dsp:txBody>
      <dsp:txXfrm>
        <a:off x="125003" y="2196566"/>
        <a:ext cx="1000024" cy="462219"/>
      </dsp:txXfrm>
    </dsp:sp>
    <dsp:sp modelId="{FBFFED89-D854-9A46-A927-21BD096F0D57}">
      <dsp:nvSpPr>
        <dsp:cNvPr id="0" name=""/>
        <dsp:cNvSpPr/>
      </dsp:nvSpPr>
      <dsp:spPr>
        <a:xfrm>
          <a:off x="0" y="1963411"/>
          <a:ext cx="5000124" cy="163617"/>
        </a:xfrm>
        <a:prstGeom prst="rect">
          <a:avLst/>
        </a:prstGeom>
        <a:gradFill rotWithShape="0">
          <a:gsLst>
            <a:gs pos="0">
              <a:schemeClr val="accent5">
                <a:hueOff val="0"/>
                <a:satOff val="0"/>
                <a:lumOff val="0"/>
                <a:alphaOff val="0"/>
                <a:tint val="100000"/>
                <a:shade val="100000"/>
                <a:satMod val="130000"/>
              </a:schemeClr>
            </a:gs>
            <a:gs pos="100000">
              <a:schemeClr val="accent5">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BCB64894-0103-2A44-B8DC-E1FEEAD3F204}">
      <dsp:nvSpPr>
        <dsp:cNvPr id="0" name=""/>
        <dsp:cNvSpPr/>
      </dsp:nvSpPr>
      <dsp:spPr>
        <a:xfrm>
          <a:off x="75001" y="358616"/>
          <a:ext cx="1100027" cy="909419"/>
        </a:xfrm>
        <a:prstGeom prst="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Session 1: Intro to AI: Light, Fun &amp; Human</a:t>
          </a:r>
        </a:p>
      </dsp:txBody>
      <dsp:txXfrm>
        <a:off x="75001" y="358616"/>
        <a:ext cx="1100027" cy="909419"/>
      </dsp:txXfrm>
    </dsp:sp>
    <dsp:sp modelId="{C7A1BE0F-9582-3D46-9A70-B80CC5F79538}">
      <dsp:nvSpPr>
        <dsp:cNvPr id="0" name=""/>
        <dsp:cNvSpPr/>
      </dsp:nvSpPr>
      <dsp:spPr>
        <a:xfrm>
          <a:off x="625015" y="1268036"/>
          <a:ext cx="0" cy="695374"/>
        </a:xfrm>
        <a:prstGeom prst="line">
          <a:avLst/>
        </a:prstGeom>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0"/>
              <a:satOff val="0"/>
              <a:lumOff val="0"/>
              <a:alphaOff val="0"/>
            </a:schemeClr>
          </a:solidFill>
          <a:prstDash val="dash"/>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65252357-DDC5-FB42-BAA0-7CFE92CF00D1}">
      <dsp:nvSpPr>
        <dsp:cNvPr id="0" name=""/>
        <dsp:cNvSpPr/>
      </dsp:nvSpPr>
      <dsp:spPr>
        <a:xfrm>
          <a:off x="750018" y="1431654"/>
          <a:ext cx="1000024" cy="462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711200">
            <a:lnSpc>
              <a:spcPct val="90000"/>
            </a:lnSpc>
            <a:spcBef>
              <a:spcPct val="0"/>
            </a:spcBef>
            <a:spcAft>
              <a:spcPct val="35000"/>
            </a:spcAft>
            <a:buNone/>
            <a:defRPr b="1"/>
          </a:pPr>
          <a:r>
            <a:rPr lang="en-US" sz="1600" kern="1200"/>
            <a:t>9:30 AM – 9:40 AM</a:t>
          </a:r>
        </a:p>
      </dsp:txBody>
      <dsp:txXfrm>
        <a:off x="750018" y="1431654"/>
        <a:ext cx="1000024" cy="462219"/>
      </dsp:txXfrm>
    </dsp:sp>
    <dsp:sp modelId="{0C575579-21DB-9C4A-89C1-B1CD15133FFC}">
      <dsp:nvSpPr>
        <dsp:cNvPr id="0" name=""/>
        <dsp:cNvSpPr/>
      </dsp:nvSpPr>
      <dsp:spPr>
        <a:xfrm>
          <a:off x="700017" y="2822403"/>
          <a:ext cx="1100027" cy="731102"/>
        </a:xfrm>
        <a:prstGeom prst="rect">
          <a:avLst/>
        </a:prstGeom>
        <a:solidFill>
          <a:schemeClr val="accent5">
            <a:tint val="40000"/>
            <a:alpha val="90000"/>
            <a:hueOff val="-1790080"/>
            <a:satOff val="8042"/>
            <a:lumOff val="553"/>
            <a:alphaOff val="0"/>
          </a:schemeClr>
        </a:solidFill>
        <a:ln w="9525" cap="flat" cmpd="sng" algn="ctr">
          <a:solidFill>
            <a:schemeClr val="accent5">
              <a:tint val="40000"/>
              <a:alpha val="90000"/>
              <a:hueOff val="-1790080"/>
              <a:satOff val="8042"/>
              <a:lumOff val="55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Session 1.5: ChatGPT Setup</a:t>
          </a:r>
        </a:p>
      </dsp:txBody>
      <dsp:txXfrm>
        <a:off x="700017" y="2822403"/>
        <a:ext cx="1100027" cy="731102"/>
      </dsp:txXfrm>
    </dsp:sp>
    <dsp:sp modelId="{EC158DFC-63A3-0243-BE84-19480D4D264F}">
      <dsp:nvSpPr>
        <dsp:cNvPr id="0" name=""/>
        <dsp:cNvSpPr/>
      </dsp:nvSpPr>
      <dsp:spPr>
        <a:xfrm>
          <a:off x="1250031" y="2127028"/>
          <a:ext cx="0" cy="695374"/>
        </a:xfrm>
        <a:prstGeom prst="line">
          <a:avLst/>
        </a:prstGeom>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1655646"/>
              <a:satOff val="6635"/>
              <a:lumOff val="1438"/>
              <a:alphaOff val="0"/>
            </a:schemeClr>
          </a:solidFill>
          <a:prstDash val="dash"/>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AEF914E6-6A52-9246-85E9-91B7C7960CE9}">
      <dsp:nvSpPr>
        <dsp:cNvPr id="0" name=""/>
        <dsp:cNvSpPr/>
      </dsp:nvSpPr>
      <dsp:spPr>
        <a:xfrm>
          <a:off x="573885" y="1994089"/>
          <a:ext cx="102261" cy="102261"/>
        </a:xfrm>
        <a:prstGeom prst="ellipse">
          <a:avLst/>
        </a:prstGeom>
        <a:solidFill>
          <a:schemeClr val="lt1">
            <a:alpha val="90000"/>
            <a:hueOff val="0"/>
            <a:satOff val="0"/>
            <a:lumOff val="0"/>
            <a:alphaOff val="0"/>
          </a:schemeClr>
        </a:solidFill>
        <a:ln w="9525" cap="flat" cmpd="sng" algn="ctr">
          <a:noFill/>
          <a:prstDash val="solid"/>
        </a:ln>
        <a:effectLst/>
      </dsp:spPr>
      <dsp:style>
        <a:lnRef idx="1">
          <a:scrgbClr r="0" g="0" b="0"/>
        </a:lnRef>
        <a:fillRef idx="1">
          <a:scrgbClr r="0" g="0" b="0"/>
        </a:fillRef>
        <a:effectRef idx="0">
          <a:scrgbClr r="0" g="0" b="0"/>
        </a:effectRef>
        <a:fontRef idx="minor"/>
      </dsp:style>
    </dsp:sp>
    <dsp:sp modelId="{5C18EDF0-6D3D-354F-A19B-C734B32D5066}">
      <dsp:nvSpPr>
        <dsp:cNvPr id="0" name=""/>
        <dsp:cNvSpPr/>
      </dsp:nvSpPr>
      <dsp:spPr>
        <a:xfrm>
          <a:off x="1198900" y="1994089"/>
          <a:ext cx="102261" cy="102261"/>
        </a:xfrm>
        <a:prstGeom prst="ellipse">
          <a:avLst/>
        </a:prstGeom>
        <a:solidFill>
          <a:schemeClr val="lt1">
            <a:alpha val="90000"/>
            <a:hueOff val="0"/>
            <a:satOff val="0"/>
            <a:lumOff val="0"/>
            <a:alphaOff val="0"/>
          </a:schemeClr>
        </a:solidFill>
        <a:ln w="9525" cap="flat" cmpd="sng" algn="ctr">
          <a:noFill/>
          <a:prstDash val="solid"/>
        </a:ln>
        <a:effectLst/>
      </dsp:spPr>
      <dsp:style>
        <a:lnRef idx="1">
          <a:scrgbClr r="0" g="0" b="0"/>
        </a:lnRef>
        <a:fillRef idx="1">
          <a:scrgbClr r="0" g="0" b="0"/>
        </a:fillRef>
        <a:effectRef idx="0">
          <a:scrgbClr r="0" g="0" b="0"/>
        </a:effectRef>
        <a:fontRef idx="minor"/>
      </dsp:style>
    </dsp:sp>
    <dsp:sp modelId="{89AF353E-19B6-FB4D-8596-3E8B5D6C89CB}">
      <dsp:nvSpPr>
        <dsp:cNvPr id="0" name=""/>
        <dsp:cNvSpPr/>
      </dsp:nvSpPr>
      <dsp:spPr>
        <a:xfrm>
          <a:off x="1375034" y="2196566"/>
          <a:ext cx="1000024" cy="462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711200">
            <a:lnSpc>
              <a:spcPct val="90000"/>
            </a:lnSpc>
            <a:spcBef>
              <a:spcPct val="0"/>
            </a:spcBef>
            <a:spcAft>
              <a:spcPct val="35000"/>
            </a:spcAft>
            <a:buNone/>
            <a:defRPr b="1"/>
          </a:pPr>
          <a:r>
            <a:rPr lang="en-US" sz="1600" kern="1200"/>
            <a:t>9:40 AM – 11:00 AM</a:t>
          </a:r>
        </a:p>
      </dsp:txBody>
      <dsp:txXfrm>
        <a:off x="1375034" y="2196566"/>
        <a:ext cx="1000024" cy="462219"/>
      </dsp:txXfrm>
    </dsp:sp>
    <dsp:sp modelId="{69D28E3C-EA5D-9142-8E2E-1D7D95CFCCFA}">
      <dsp:nvSpPr>
        <dsp:cNvPr id="0" name=""/>
        <dsp:cNvSpPr/>
      </dsp:nvSpPr>
      <dsp:spPr>
        <a:xfrm>
          <a:off x="1325032" y="19813"/>
          <a:ext cx="1100027" cy="1248223"/>
        </a:xfrm>
        <a:prstGeom prst="rect">
          <a:avLst/>
        </a:prstGeom>
        <a:solidFill>
          <a:schemeClr val="accent5">
            <a:tint val="40000"/>
            <a:alpha val="90000"/>
            <a:hueOff val="-3580161"/>
            <a:satOff val="16084"/>
            <a:lumOff val="1106"/>
            <a:alphaOff val="0"/>
          </a:schemeClr>
        </a:solidFill>
        <a:ln w="9525" cap="flat" cmpd="sng" algn="ctr">
          <a:solidFill>
            <a:schemeClr val="accent5">
              <a:tint val="40000"/>
              <a:alpha val="90000"/>
              <a:hueOff val="-3580161"/>
              <a:satOff val="16084"/>
              <a:lumOff val="110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Session 2: Mastering ChatGPT Projects for Website Creation</a:t>
          </a:r>
        </a:p>
      </dsp:txBody>
      <dsp:txXfrm>
        <a:off x="1325032" y="19813"/>
        <a:ext cx="1100027" cy="1248223"/>
      </dsp:txXfrm>
    </dsp:sp>
    <dsp:sp modelId="{FE0689FB-805E-2440-9387-AB3287C88FD6}">
      <dsp:nvSpPr>
        <dsp:cNvPr id="0" name=""/>
        <dsp:cNvSpPr/>
      </dsp:nvSpPr>
      <dsp:spPr>
        <a:xfrm>
          <a:off x="1875046" y="1268036"/>
          <a:ext cx="0" cy="695374"/>
        </a:xfrm>
        <a:prstGeom prst="line">
          <a:avLst/>
        </a:prstGeom>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3311292"/>
              <a:satOff val="13270"/>
              <a:lumOff val="2876"/>
              <a:alphaOff val="0"/>
            </a:schemeClr>
          </a:solidFill>
          <a:prstDash val="dash"/>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6C4DD02-F3AF-1240-97E5-352FFFB6B210}">
      <dsp:nvSpPr>
        <dsp:cNvPr id="0" name=""/>
        <dsp:cNvSpPr/>
      </dsp:nvSpPr>
      <dsp:spPr>
        <a:xfrm>
          <a:off x="2000049" y="1431654"/>
          <a:ext cx="1000024" cy="462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711200">
            <a:lnSpc>
              <a:spcPct val="90000"/>
            </a:lnSpc>
            <a:spcBef>
              <a:spcPct val="0"/>
            </a:spcBef>
            <a:spcAft>
              <a:spcPct val="35000"/>
            </a:spcAft>
            <a:buNone/>
            <a:defRPr b="1"/>
          </a:pPr>
          <a:r>
            <a:rPr lang="en-US" sz="1600" kern="1200"/>
            <a:t>11:00 AM – 12:30 PM</a:t>
          </a:r>
        </a:p>
      </dsp:txBody>
      <dsp:txXfrm>
        <a:off x="2000049" y="1431654"/>
        <a:ext cx="1000024" cy="462219"/>
      </dsp:txXfrm>
    </dsp:sp>
    <dsp:sp modelId="{5308F91F-FF1F-564B-AF4F-A65FA6B49CEA}">
      <dsp:nvSpPr>
        <dsp:cNvPr id="0" name=""/>
        <dsp:cNvSpPr/>
      </dsp:nvSpPr>
      <dsp:spPr>
        <a:xfrm>
          <a:off x="1950048" y="2822403"/>
          <a:ext cx="1100027" cy="1069905"/>
        </a:xfrm>
        <a:prstGeom prst="rect">
          <a:avLst/>
        </a:prstGeom>
        <a:solidFill>
          <a:schemeClr val="accent5">
            <a:tint val="40000"/>
            <a:alpha val="90000"/>
            <a:hueOff val="-5370241"/>
            <a:satOff val="24126"/>
            <a:lumOff val="1658"/>
            <a:alphaOff val="0"/>
          </a:schemeClr>
        </a:solidFill>
        <a:ln w="9525" cap="flat" cmpd="sng" algn="ctr">
          <a:solidFill>
            <a:schemeClr val="accent5">
              <a:tint val="40000"/>
              <a:alpha val="90000"/>
              <a:hueOff val="-5370241"/>
              <a:satOff val="24126"/>
              <a:lumOff val="1658"/>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Session 3: Website Strategy &amp; Design Thinking</a:t>
          </a:r>
        </a:p>
      </dsp:txBody>
      <dsp:txXfrm>
        <a:off x="1950048" y="2822403"/>
        <a:ext cx="1100027" cy="1069905"/>
      </dsp:txXfrm>
    </dsp:sp>
    <dsp:sp modelId="{F33F1F8B-18DE-3C42-8860-2C3C5BAC7D5B}">
      <dsp:nvSpPr>
        <dsp:cNvPr id="0" name=""/>
        <dsp:cNvSpPr/>
      </dsp:nvSpPr>
      <dsp:spPr>
        <a:xfrm>
          <a:off x="2500062" y="2127028"/>
          <a:ext cx="0" cy="695374"/>
        </a:xfrm>
        <a:prstGeom prst="line">
          <a:avLst/>
        </a:prstGeom>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4966938"/>
              <a:satOff val="19906"/>
              <a:lumOff val="4314"/>
              <a:alphaOff val="0"/>
            </a:schemeClr>
          </a:solidFill>
          <a:prstDash val="dash"/>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D9C5BBB9-8B89-A54C-8EF2-33525DA02559}">
      <dsp:nvSpPr>
        <dsp:cNvPr id="0" name=""/>
        <dsp:cNvSpPr/>
      </dsp:nvSpPr>
      <dsp:spPr>
        <a:xfrm>
          <a:off x="1823916" y="1994089"/>
          <a:ext cx="102261" cy="102261"/>
        </a:xfrm>
        <a:prstGeom prst="ellipse">
          <a:avLst/>
        </a:prstGeom>
        <a:solidFill>
          <a:schemeClr val="lt1">
            <a:alpha val="90000"/>
            <a:hueOff val="0"/>
            <a:satOff val="0"/>
            <a:lumOff val="0"/>
            <a:alphaOff val="0"/>
          </a:schemeClr>
        </a:solidFill>
        <a:ln w="9525" cap="flat" cmpd="sng" algn="ctr">
          <a:noFill/>
          <a:prstDash val="solid"/>
        </a:ln>
        <a:effectLst/>
      </dsp:spPr>
      <dsp:style>
        <a:lnRef idx="1">
          <a:scrgbClr r="0" g="0" b="0"/>
        </a:lnRef>
        <a:fillRef idx="1">
          <a:scrgbClr r="0" g="0" b="0"/>
        </a:fillRef>
        <a:effectRef idx="0">
          <a:scrgbClr r="0" g="0" b="0"/>
        </a:effectRef>
        <a:fontRef idx="minor"/>
      </dsp:style>
    </dsp:sp>
    <dsp:sp modelId="{1423F3CE-3A5F-A64D-8373-FE6C6EBF1DE8}">
      <dsp:nvSpPr>
        <dsp:cNvPr id="0" name=""/>
        <dsp:cNvSpPr/>
      </dsp:nvSpPr>
      <dsp:spPr>
        <a:xfrm>
          <a:off x="2448931" y="1994089"/>
          <a:ext cx="102261" cy="102261"/>
        </a:xfrm>
        <a:prstGeom prst="ellipse">
          <a:avLst/>
        </a:prstGeom>
        <a:solidFill>
          <a:schemeClr val="lt1">
            <a:alpha val="90000"/>
            <a:hueOff val="0"/>
            <a:satOff val="0"/>
            <a:lumOff val="0"/>
            <a:alphaOff val="0"/>
          </a:schemeClr>
        </a:solidFill>
        <a:ln w="9525" cap="flat" cmpd="sng" algn="ctr">
          <a:noFill/>
          <a:prstDash val="solid"/>
        </a:ln>
        <a:effectLst/>
      </dsp:spPr>
      <dsp:style>
        <a:lnRef idx="1">
          <a:scrgbClr r="0" g="0" b="0"/>
        </a:lnRef>
        <a:fillRef idx="1">
          <a:scrgbClr r="0" g="0" b="0"/>
        </a:fillRef>
        <a:effectRef idx="0">
          <a:scrgbClr r="0" g="0" b="0"/>
        </a:effectRef>
        <a:fontRef idx="minor"/>
      </dsp:style>
    </dsp:sp>
    <dsp:sp modelId="{B3DFEAC8-98B4-8F4E-B0FA-7EDF2BE35F28}">
      <dsp:nvSpPr>
        <dsp:cNvPr id="0" name=""/>
        <dsp:cNvSpPr/>
      </dsp:nvSpPr>
      <dsp:spPr>
        <a:xfrm>
          <a:off x="2625065" y="2196566"/>
          <a:ext cx="1000024" cy="462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711200">
            <a:lnSpc>
              <a:spcPct val="90000"/>
            </a:lnSpc>
            <a:spcBef>
              <a:spcPct val="0"/>
            </a:spcBef>
            <a:spcAft>
              <a:spcPct val="35000"/>
            </a:spcAft>
            <a:buNone/>
            <a:defRPr b="1"/>
          </a:pPr>
          <a:r>
            <a:rPr lang="en-US" sz="1600" kern="1200"/>
            <a:t>1:30 PM – 2:30 PM</a:t>
          </a:r>
        </a:p>
      </dsp:txBody>
      <dsp:txXfrm>
        <a:off x="2625065" y="2196566"/>
        <a:ext cx="1000024" cy="462219"/>
      </dsp:txXfrm>
    </dsp:sp>
    <dsp:sp modelId="{B6A02B91-7E59-2F4C-857C-5A3B4AF05DEE}">
      <dsp:nvSpPr>
        <dsp:cNvPr id="0" name=""/>
        <dsp:cNvSpPr/>
      </dsp:nvSpPr>
      <dsp:spPr>
        <a:xfrm>
          <a:off x="2575063" y="198130"/>
          <a:ext cx="1100027" cy="1069905"/>
        </a:xfrm>
        <a:prstGeom prst="rect">
          <a:avLst/>
        </a:prstGeom>
        <a:solidFill>
          <a:schemeClr val="accent5">
            <a:tint val="40000"/>
            <a:alpha val="90000"/>
            <a:hueOff val="-7160321"/>
            <a:satOff val="32169"/>
            <a:lumOff val="2211"/>
            <a:alphaOff val="0"/>
          </a:schemeClr>
        </a:solidFill>
        <a:ln w="9525" cap="flat" cmpd="sng" algn="ctr">
          <a:solidFill>
            <a:schemeClr val="accent5">
              <a:tint val="40000"/>
              <a:alpha val="90000"/>
              <a:hueOff val="-7160321"/>
              <a:satOff val="32169"/>
              <a:lumOff val="2211"/>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Session 4: Intro to Lovable – No-Code Site Builder</a:t>
          </a:r>
        </a:p>
      </dsp:txBody>
      <dsp:txXfrm>
        <a:off x="2575063" y="198130"/>
        <a:ext cx="1100027" cy="1069905"/>
      </dsp:txXfrm>
    </dsp:sp>
    <dsp:sp modelId="{45FBAC1F-00FE-FE46-A2C7-954F2AE26EAB}">
      <dsp:nvSpPr>
        <dsp:cNvPr id="0" name=""/>
        <dsp:cNvSpPr/>
      </dsp:nvSpPr>
      <dsp:spPr>
        <a:xfrm>
          <a:off x="3125077" y="1268036"/>
          <a:ext cx="0" cy="695374"/>
        </a:xfrm>
        <a:prstGeom prst="line">
          <a:avLst/>
        </a:prstGeom>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6622584"/>
              <a:satOff val="26541"/>
              <a:lumOff val="5752"/>
              <a:alphaOff val="0"/>
            </a:schemeClr>
          </a:solidFill>
          <a:prstDash val="dash"/>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12633E6C-1E59-EC43-A9D1-E84D3270F8E8}">
      <dsp:nvSpPr>
        <dsp:cNvPr id="0" name=""/>
        <dsp:cNvSpPr/>
      </dsp:nvSpPr>
      <dsp:spPr>
        <a:xfrm>
          <a:off x="3250080" y="1431654"/>
          <a:ext cx="1000024" cy="462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711200">
            <a:lnSpc>
              <a:spcPct val="90000"/>
            </a:lnSpc>
            <a:spcBef>
              <a:spcPct val="0"/>
            </a:spcBef>
            <a:spcAft>
              <a:spcPct val="35000"/>
            </a:spcAft>
            <a:buNone/>
            <a:defRPr b="1"/>
          </a:pPr>
          <a:r>
            <a:rPr lang="en-US" sz="1600" kern="1200"/>
            <a:t>2:30 PM – 4:00 PM</a:t>
          </a:r>
        </a:p>
      </dsp:txBody>
      <dsp:txXfrm>
        <a:off x="3250080" y="1431654"/>
        <a:ext cx="1000024" cy="462219"/>
      </dsp:txXfrm>
    </dsp:sp>
    <dsp:sp modelId="{47D5AB16-1157-BF42-9B46-29620220C4BE}">
      <dsp:nvSpPr>
        <dsp:cNvPr id="0" name=""/>
        <dsp:cNvSpPr/>
      </dsp:nvSpPr>
      <dsp:spPr>
        <a:xfrm>
          <a:off x="3200079" y="2822403"/>
          <a:ext cx="1100027" cy="1069905"/>
        </a:xfrm>
        <a:prstGeom prst="rect">
          <a:avLst/>
        </a:prstGeom>
        <a:solidFill>
          <a:schemeClr val="accent5">
            <a:tint val="40000"/>
            <a:alpha val="90000"/>
            <a:hueOff val="-8950401"/>
            <a:satOff val="40211"/>
            <a:lumOff val="2764"/>
            <a:alphaOff val="0"/>
          </a:schemeClr>
        </a:solidFill>
        <a:ln w="9525" cap="flat" cmpd="sng" algn="ctr">
          <a:solidFill>
            <a:schemeClr val="accent5">
              <a:tint val="40000"/>
              <a:alpha val="90000"/>
              <a:hueOff val="-8950401"/>
              <a:satOff val="40211"/>
              <a:lumOff val="2764"/>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Session 5: Build Sprint – Finalizing with ChatGPT &amp; Lovable</a:t>
          </a:r>
        </a:p>
      </dsp:txBody>
      <dsp:txXfrm>
        <a:off x="3200079" y="2822403"/>
        <a:ext cx="1100027" cy="1069905"/>
      </dsp:txXfrm>
    </dsp:sp>
    <dsp:sp modelId="{EE4A4FDD-EDA0-D748-B5B4-0EB870C1C021}">
      <dsp:nvSpPr>
        <dsp:cNvPr id="0" name=""/>
        <dsp:cNvSpPr/>
      </dsp:nvSpPr>
      <dsp:spPr>
        <a:xfrm>
          <a:off x="3750093" y="2127028"/>
          <a:ext cx="0" cy="695374"/>
        </a:xfrm>
        <a:prstGeom prst="line">
          <a:avLst/>
        </a:prstGeom>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8278230"/>
              <a:satOff val="33176"/>
              <a:lumOff val="7190"/>
              <a:alphaOff val="0"/>
            </a:schemeClr>
          </a:solidFill>
          <a:prstDash val="dash"/>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16EA369B-5985-6648-8573-6C58D4C1AF0C}">
      <dsp:nvSpPr>
        <dsp:cNvPr id="0" name=""/>
        <dsp:cNvSpPr/>
      </dsp:nvSpPr>
      <dsp:spPr>
        <a:xfrm>
          <a:off x="3073947" y="1994089"/>
          <a:ext cx="102261" cy="102261"/>
        </a:xfrm>
        <a:prstGeom prst="ellipse">
          <a:avLst/>
        </a:prstGeom>
        <a:solidFill>
          <a:schemeClr val="lt1">
            <a:alpha val="90000"/>
            <a:hueOff val="0"/>
            <a:satOff val="0"/>
            <a:lumOff val="0"/>
            <a:alphaOff val="0"/>
          </a:schemeClr>
        </a:solidFill>
        <a:ln w="9525" cap="flat" cmpd="sng" algn="ctr">
          <a:noFill/>
          <a:prstDash val="solid"/>
        </a:ln>
        <a:effectLst/>
      </dsp:spPr>
      <dsp:style>
        <a:lnRef idx="1">
          <a:scrgbClr r="0" g="0" b="0"/>
        </a:lnRef>
        <a:fillRef idx="1">
          <a:scrgbClr r="0" g="0" b="0"/>
        </a:fillRef>
        <a:effectRef idx="0">
          <a:scrgbClr r="0" g="0" b="0"/>
        </a:effectRef>
        <a:fontRef idx="minor"/>
      </dsp:style>
    </dsp:sp>
    <dsp:sp modelId="{D5428B44-2462-3145-A108-897B140489EA}">
      <dsp:nvSpPr>
        <dsp:cNvPr id="0" name=""/>
        <dsp:cNvSpPr/>
      </dsp:nvSpPr>
      <dsp:spPr>
        <a:xfrm>
          <a:off x="3698962" y="1994089"/>
          <a:ext cx="102261" cy="102261"/>
        </a:xfrm>
        <a:prstGeom prst="ellipse">
          <a:avLst/>
        </a:prstGeom>
        <a:solidFill>
          <a:schemeClr val="lt1">
            <a:alpha val="90000"/>
            <a:hueOff val="0"/>
            <a:satOff val="0"/>
            <a:lumOff val="0"/>
            <a:alphaOff val="0"/>
          </a:schemeClr>
        </a:solidFill>
        <a:ln w="9525" cap="flat" cmpd="sng" algn="ctr">
          <a:noFill/>
          <a:prstDash val="solid"/>
        </a:ln>
        <a:effectLst/>
      </dsp:spPr>
      <dsp:style>
        <a:lnRef idx="1">
          <a:scrgbClr r="0" g="0" b="0"/>
        </a:lnRef>
        <a:fillRef idx="1">
          <a:scrgbClr r="0" g="0" b="0"/>
        </a:fillRef>
        <a:effectRef idx="0">
          <a:scrgbClr r="0" g="0" b="0"/>
        </a:effectRef>
        <a:fontRef idx="minor"/>
      </dsp:style>
    </dsp:sp>
    <dsp:sp modelId="{015A1D65-9123-4647-90CF-CD3884D31781}">
      <dsp:nvSpPr>
        <dsp:cNvPr id="0" name=""/>
        <dsp:cNvSpPr/>
      </dsp:nvSpPr>
      <dsp:spPr>
        <a:xfrm>
          <a:off x="3875096" y="2196566"/>
          <a:ext cx="1000024" cy="462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711200">
            <a:lnSpc>
              <a:spcPct val="90000"/>
            </a:lnSpc>
            <a:spcBef>
              <a:spcPct val="0"/>
            </a:spcBef>
            <a:spcAft>
              <a:spcPct val="35000"/>
            </a:spcAft>
            <a:buNone/>
            <a:defRPr b="1"/>
          </a:pPr>
          <a:r>
            <a:rPr lang="en-US" sz="1600" kern="1200"/>
            <a:t>4:15 PM – 5:00 PM</a:t>
          </a:r>
        </a:p>
      </dsp:txBody>
      <dsp:txXfrm>
        <a:off x="3875096" y="2196566"/>
        <a:ext cx="1000024" cy="462219"/>
      </dsp:txXfrm>
    </dsp:sp>
    <dsp:sp modelId="{D4EEFAEB-E9DF-BE4D-A03B-75F97E70BD7F}">
      <dsp:nvSpPr>
        <dsp:cNvPr id="0" name=""/>
        <dsp:cNvSpPr/>
      </dsp:nvSpPr>
      <dsp:spPr>
        <a:xfrm>
          <a:off x="3825094" y="358616"/>
          <a:ext cx="1100027" cy="909419"/>
        </a:xfrm>
        <a:prstGeom prst="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Session 6: Show &amp; Tell + Mini Launch Party</a:t>
          </a:r>
        </a:p>
      </dsp:txBody>
      <dsp:txXfrm>
        <a:off x="3825094" y="358616"/>
        <a:ext cx="1100027" cy="909419"/>
      </dsp:txXfrm>
    </dsp:sp>
    <dsp:sp modelId="{5E198EC6-1A9D-2942-9402-BC851C50BC64}">
      <dsp:nvSpPr>
        <dsp:cNvPr id="0" name=""/>
        <dsp:cNvSpPr/>
      </dsp:nvSpPr>
      <dsp:spPr>
        <a:xfrm>
          <a:off x="4375108" y="1268036"/>
          <a:ext cx="0" cy="695374"/>
        </a:xfrm>
        <a:prstGeom prst="line">
          <a:avLst/>
        </a:prstGeom>
        <a:gradFill rotWithShape="0">
          <a:gsLst>
            <a:gs pos="0">
              <a:schemeClr val="accent5">
                <a:tint val="100000"/>
                <a:shade val="100000"/>
                <a:satMod val="130000"/>
              </a:schemeClr>
            </a:gs>
            <a:gs pos="100000">
              <a:schemeClr val="accent5">
                <a:tint val="50000"/>
                <a:shade val="100000"/>
                <a:satMod val="350000"/>
              </a:schemeClr>
            </a:gs>
          </a:gsLst>
          <a:lin ang="16200000" scaled="0"/>
        </a:gradFill>
        <a:ln w="6350" cap="flat" cmpd="sng" algn="ctr">
          <a:solidFill>
            <a:schemeClr val="accent5">
              <a:hueOff val="-9933876"/>
              <a:satOff val="39811"/>
              <a:lumOff val="8628"/>
              <a:alphaOff val="0"/>
            </a:schemeClr>
          </a:solidFill>
          <a:prstDash val="dash"/>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C06B139-2749-8F46-8779-83D2BCB03280}">
      <dsp:nvSpPr>
        <dsp:cNvPr id="0" name=""/>
        <dsp:cNvSpPr/>
      </dsp:nvSpPr>
      <dsp:spPr>
        <a:xfrm>
          <a:off x="4323978" y="1994089"/>
          <a:ext cx="102261" cy="102261"/>
        </a:xfrm>
        <a:prstGeom prst="ellipse">
          <a:avLst/>
        </a:prstGeom>
        <a:solidFill>
          <a:schemeClr val="lt1">
            <a:alpha val="90000"/>
            <a:hueOff val="0"/>
            <a:satOff val="0"/>
            <a:lumOff val="0"/>
            <a:alphaOff val="0"/>
          </a:schemeClr>
        </a:solidFill>
        <a:ln w="9525" cap="flat" cmpd="sng" algn="ctr">
          <a:noFill/>
          <a:prstDash val="solid"/>
        </a:ln>
        <a:effectLst/>
      </dsp:spPr>
      <dsp:style>
        <a:lnRef idx="1">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7/3/layout/HorizontalPathTimeline">
  <dgm:title val="Horizontal Path Timeline"/>
  <dgm:desc val="Use to show a list of events in chronological order. The rectangular shape contains the description while the date is shown near the circular dot along the time line. It's the perfect SmartArt for displaying large amount of text with a short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refType="h" fact="0.04"/>
      <dgm:constr type="ctrY" for="ch" forName="divider" refType="h" fact="0.5"/>
      <dgm:constr type="l" for="ch" forName="divider"/>
      <dgm:constr type="w" for="ch" forName="nodes" refType="w"/>
      <dgm:constr type="h" for="ch" forName="nodes" refType="h"/>
    </dgm:constrLst>
    <dgm:layoutNode name="divider" styleLbl="node1">
      <dgm:alg type="sp"/>
      <dgm:shape xmlns:r="http://schemas.openxmlformats.org/officeDocument/2006/relationships" type="rect" r:blip="" zOrderOff="2">
        <dgm:adjLst/>
      </dgm:shap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
                <dgm:constr type="l" for="ch" forName="L1TextContainer" refType="w" fact="0.1"/>
                <dgm:constr type="t" for="ch" forName="L1TextContainer" refType="h" fact="0.537"/>
                <dgm:constr type="h" for="ch" forName="L1TextContainer" refType="h" fact="0.113"/>
                <dgm:constr type="w" for="ch" forName="L2TextContainerWrapper" refType="w" fact="0.88"/>
                <dgm:constr type="h" for="ch" forName="L2TextContainerWrapper" refType="h" fact="0.31"/>
                <dgm:constr type="b" for="ch" forName="L2TextContainerWrapper" refType="h" fact="0.31"/>
                <dgm:constr type="l" for="ch" forName="L2TextContainerWrapper" refType="w" fact="0.06"/>
                <dgm:constr type="w" for="ch" forName="ConnectLine"/>
                <dgm:constr type="l" for="ch" forName="ConnectLine" refType="w" fact="0.5"/>
                <dgm:constr type="h" for="ch" forName="ConnectLine" refType="h" fact="0.17"/>
                <dgm:constr type="t" for="ch" forName="ConnectLine" refType="h" fact="0.31"/>
                <dgm:constr type="w" for="ch" forName="ConnectorPoint" refType="h" fact="0.025"/>
                <dgm:constr type="h" for="ch" forName="ConnectorPoint" refType="h" fact="0.02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
                <dgm:constr type="l" for="ch" forName="L1TextContainer" refType="w" fact="0.1"/>
                <dgm:constr type="t" for="ch" forName="L1TextContainer" refType="h" fact="0.35"/>
                <dgm:constr type="h" for="ch" forName="L1TextContainer" refType="h" fact="0.113"/>
                <dgm:constr type="w" for="ch" forName="L2TextContainerWrapper" refType="w" fact="0.88"/>
                <dgm:constr type="h" for="ch" forName="L2TextContainerWrapper" refType="h" fact="0.31"/>
                <dgm:constr type="t" for="ch" forName="L2TextContainerWrapper" refType="h" fact="0.69"/>
                <dgm:constr type="l" for="ch" forName="L2TextContainerWrapper" refType="w" fact="0.06"/>
                <dgm:constr type="w" for="ch" forName="ConnectLine"/>
                <dgm:constr type="l" for="ch" forName="ConnectLine" refType="w" fact="0.5"/>
                <dgm:constr type="h" for="ch" forName="ConnectLine" refType="h" fact="0.17"/>
                <dgm:constr type="t" for="ch" forName="ConnectLine" refType="h" fact="0.52"/>
                <dgm:constr type="w" for="ch" forName="ConnectorPoint" refType="h" fact="0.025"/>
                <dgm:constr type="h" for="ch" forName="ConnectorPoint" refType="h" fact="0.02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styleLbl="bgAccFollowNode1">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45"/>
                  <dgm:constr type="b" for="ch" forName="L2TextContainer" refType="h"/>
                  <dgm:constr type="h" for="ch" forName="FlexibleEmptyPlaceHolder" refType="h" fact="0.55"/>
                </dgm:constrLst>
              </dgm:if>
              <dgm:else name="CaseForPlacingL2TextContaineBelowDivider">
                <dgm:constrLst>
                  <dgm:constr type="h" for="ch" forName="L2TextContainer" refType="h" fact="0.45"/>
                  <dgm:constr type="h" for="ch" forName="FlexibleEmptyPlaceHolder" refType="h" fact="0.55"/>
                  <dgm:constr type="b" for="ch" forName="FlexibleEmptyPlaceHolder" refType="h"/>
                </dgm:constrLst>
              </dgm:else>
            </dgm:choose>
            <dgm:layoutNode name="L2TextContainer" styleLbl="bgAccFollowNode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ect" r:blip="">
                <dgm:adjLst/>
              </dgm:shape>
              <dgm:presOf axis="des" ptType="node"/>
              <dgm:constrLst>
                <dgm:constr type="lMarg" refType="primFontSz" fact="0.75"/>
                <dgm:constr type="rMarg" refType="primFontSz" fact="0.75"/>
                <dgm:constr type="tMarg" refType="primFontSz" fact="0.75"/>
                <dgm:constr type="bMarg" refType="primFontSz" fact="0.75"/>
              </dgm:constrLst>
              <dgm:ruleLst>
                <dgm:rule type="h" val="INF" fact="NaN" max="NaN"/>
                <dgm:rule type="primFontSz" val="11" fact="NaN" max="NaN"/>
                <dgm:rule type="secFontSz" val="9"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alignNode1" moveWith="L2TextContainer">
            <dgm:alg type="sp"/>
            <dgm:shape xmlns:r="http://schemas.openxmlformats.org/officeDocument/2006/relationships" type="line" r:blip="" zOrderOff="-1">
              <dgm:adjLst/>
              <dgm:extLst>
                <a:ext uri="{B698B0E9-8C71-41B9-8309-B3DCBF30829C}">
                  <dgm1612:spPr xmlns:dgm1612="http://schemas.microsoft.com/office/drawing/2016/12/diagram">
                    <a:ln w="6350">
                      <a:prstDash val="dash"/>
                    </a:ln>
                  </dgm1612:spPr>
                </a:ext>
              </dgm:extLst>
            </dgm:shape>
            <dgm:presOf/>
            <dgm:constrLst/>
          </dgm:layoutNode>
          <dgm:layoutNode name="ConnectorPoint" styleLbl="fgAcc1" moveWith="L2TextContainer">
            <dgm:alg type="sp"/>
            <dgm:shape xmlns:r="http://schemas.openxmlformats.org/officeDocument/2006/relationships" type="ellipse" r:blip="" zOrderOff="10">
              <dgm:adjLst/>
              <dgm:extLst>
                <a:ext uri="{B698B0E9-8C71-41B9-8309-B3DCBF30829C}">
                  <dgm1612:spPr xmlns:dgm1612="http://schemas.microsoft.com/office/drawing/2016/12/diagram">
                    <a:ln>
                      <a:noFill/>
                    </a:ln>
                  </dgm1612:spPr>
                </a:ext>
              </dgm:ext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4/29/25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4/29/25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4/29/25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4/29/25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4/29/25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4/29/25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4/29/25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4/29/25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4/29/25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4/29/25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4/29/25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4/29/25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77D6B2E-37A3-429E-A37C-F30ED64872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8792" y="0"/>
            <a:ext cx="9169464" cy="5151052"/>
          </a:xfrm>
          <a:prstGeom prst="rect">
            <a:avLst/>
          </a:prstGeom>
          <a:gradFill>
            <a:gsLst>
              <a:gs pos="0">
                <a:srgbClr val="000000"/>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31469" y="-2"/>
            <a:ext cx="8829202" cy="5151055"/>
          </a:xfrm>
          <a:prstGeom prst="rect">
            <a:avLst/>
          </a:prstGeom>
          <a:gradFill>
            <a:gsLst>
              <a:gs pos="21000">
                <a:schemeClr val="accent1">
                  <a:lumMod val="50000"/>
                  <a:alpha val="83000"/>
                </a:schemeClr>
              </a:gs>
              <a:gs pos="100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400" y="0"/>
            <a:ext cx="2717530" cy="5151054"/>
          </a:xfrm>
          <a:prstGeom prst="rect">
            <a:avLst/>
          </a:prstGeom>
          <a:gradFill>
            <a:gsLst>
              <a:gs pos="0">
                <a:schemeClr val="accent1">
                  <a:lumMod val="75000"/>
                  <a:alpha val="0"/>
                </a:schemeClr>
              </a:gs>
              <a:gs pos="99000">
                <a:srgbClr val="000000">
                  <a:alpha val="41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064D5D5-227B-4F66-9AEA-46F570E79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906" y="-2"/>
            <a:ext cx="9175185" cy="5151056"/>
          </a:xfrm>
          <a:prstGeom prst="rect">
            <a:avLst/>
          </a:prstGeom>
          <a:gradFill>
            <a:gsLst>
              <a:gs pos="3000">
                <a:schemeClr val="accent1">
                  <a:lumMod val="75000"/>
                  <a:alpha val="0"/>
                </a:schemeClr>
              </a:gs>
              <a:gs pos="100000">
                <a:srgbClr val="000000">
                  <a:alpha val="73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46B67A4-D328-4747-A82B-65E84FA46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363251" y="-646368"/>
            <a:ext cx="5146448" cy="6448394"/>
          </a:xfrm>
          <a:prstGeom prst="rect">
            <a:avLst/>
          </a:prstGeom>
          <a:gradFill>
            <a:gsLst>
              <a:gs pos="3000">
                <a:schemeClr val="accent1">
                  <a:lumMod val="75000"/>
                  <a:alpha val="0"/>
                </a:schemeClr>
              </a:gs>
              <a:gs pos="100000">
                <a:srgbClr val="000000">
                  <a:alpha val="27000"/>
                </a:srgb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993193">
            <a:off x="890229" y="816787"/>
            <a:ext cx="3725650" cy="3741293"/>
          </a:xfrm>
          <a:prstGeom prst="ellipse">
            <a:avLst/>
          </a:prstGeom>
          <a:gradFill>
            <a:gsLst>
              <a:gs pos="0">
                <a:schemeClr val="accent1">
                  <a:alpha val="26000"/>
                </a:schemeClr>
              </a:gs>
              <a:gs pos="85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3121925" y="614238"/>
            <a:ext cx="5036024" cy="2384016"/>
          </a:xfrm>
        </p:spPr>
        <p:txBody>
          <a:bodyPr>
            <a:normAutofit/>
          </a:bodyPr>
          <a:lstStyle/>
          <a:p>
            <a:pPr marL="0" lvl="0" indent="0" algn="l">
              <a:buNone/>
            </a:pPr>
            <a:r>
              <a:rPr lang="en-US" sz="3600">
                <a:solidFill>
                  <a:srgbClr val="FFFFFF"/>
                </a:solidFill>
              </a:rPr>
              <a:t>From Prompt to Publish – AI Meets Website Creation</a:t>
            </a:r>
          </a:p>
        </p:txBody>
      </p:sp>
      <p:sp>
        <p:nvSpPr>
          <p:cNvPr id="23" name="Rectangle 22">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3367582"/>
            <a:ext cx="9163282" cy="1783472"/>
          </a:xfrm>
          <a:prstGeom prst="rect">
            <a:avLst/>
          </a:prstGeom>
          <a:gradFill>
            <a:gsLst>
              <a:gs pos="0">
                <a:schemeClr val="accent1">
                  <a:lumMod val="75000"/>
                  <a:alpha val="50000"/>
                </a:schemeClr>
              </a:gs>
              <a:gs pos="99000">
                <a:srgbClr val="000000">
                  <a:alpha val="34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p:cNvSpPr>
            <a:spLocks noGrp="1"/>
          </p:cNvSpPr>
          <p:nvPr>
            <p:ph type="subTitle" idx="1"/>
          </p:nvPr>
        </p:nvSpPr>
        <p:spPr>
          <a:xfrm>
            <a:off x="3214047" y="3720720"/>
            <a:ext cx="5291920" cy="808541"/>
          </a:xfrm>
        </p:spPr>
        <p:txBody>
          <a:bodyPr>
            <a:normAutofit/>
          </a:bodyPr>
          <a:lstStyle/>
          <a:p>
            <a:pPr marL="0" lvl="0" indent="0" algn="l">
              <a:lnSpc>
                <a:spcPct val="90000"/>
              </a:lnSpc>
              <a:buNone/>
            </a:pPr>
            <a:br>
              <a:rPr lang="en-US" sz="1700">
                <a:solidFill>
                  <a:srgbClr val="FFFFFF"/>
                </a:solidFill>
              </a:rPr>
            </a:br>
            <a:br>
              <a:rPr lang="en-US" sz="1700">
                <a:solidFill>
                  <a:srgbClr val="FFFFFF"/>
                </a:solidFill>
              </a:rPr>
            </a:br>
            <a:r>
              <a:rPr lang="en-US" sz="1700">
                <a:solidFill>
                  <a:srgbClr val="FFFFFF"/>
                </a:solidFill>
              </a:rPr>
              <a:t>Workshop Guide</a:t>
            </a:r>
          </a:p>
        </p:txBody>
      </p:sp>
      <p:sp>
        <p:nvSpPr>
          <p:cNvPr id="4" name="Date Placeholder 3"/>
          <p:cNvSpPr>
            <a:spLocks noGrp="1"/>
          </p:cNvSpPr>
          <p:nvPr>
            <p:ph type="dt" sz="half" idx="10"/>
          </p:nvPr>
        </p:nvSpPr>
        <p:spPr>
          <a:xfrm>
            <a:off x="6727698" y="4841748"/>
            <a:ext cx="2057400" cy="273843"/>
          </a:xfrm>
        </p:spPr>
        <p:txBody>
          <a:bodyPr>
            <a:normAutofit/>
          </a:bodyPr>
          <a:lstStyle/>
          <a:p>
            <a:pPr marL="0" lvl="0" indent="0" algn="r">
              <a:spcAft>
                <a:spcPts val="600"/>
              </a:spcAft>
              <a:buNone/>
            </a:pPr>
            <a:r>
              <a:rPr lang="en-US" sz="800">
                <a:solidFill>
                  <a:srgbClr val="FFFFFF"/>
                </a:solidFill>
              </a:rPr>
              <a:t>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3" y="1057562"/>
            <a:ext cx="51435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4" y="1065164"/>
            <a:ext cx="51434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575942" y="2691064"/>
            <a:ext cx="1876484"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727288"/>
            <a:ext cx="2925267" cy="3134219"/>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71" y="1057559"/>
            <a:ext cx="5143502"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39858" y="1262817"/>
            <a:ext cx="2336449" cy="1797269"/>
          </a:xfrm>
        </p:spPr>
        <p:txBody>
          <a:bodyPr anchor="b">
            <a:normAutofit/>
          </a:bodyPr>
          <a:lstStyle/>
          <a:p>
            <a:pPr marL="0" lvl="0" indent="0" algn="r">
              <a:buNone/>
            </a:pPr>
            <a:r>
              <a:rPr lang="en-US" sz="3000">
                <a:solidFill>
                  <a:srgbClr val="FFFFFF"/>
                </a:solidFill>
              </a:rPr>
              <a:t>Agenda</a:t>
            </a:r>
          </a:p>
        </p:txBody>
      </p:sp>
      <p:graphicFrame>
        <p:nvGraphicFramePr>
          <p:cNvPr id="12" name="Content Placeholder 2">
            <a:extLst>
              <a:ext uri="{FF2B5EF4-FFF2-40B4-BE49-F238E27FC236}">
                <a16:creationId xmlns:a16="http://schemas.microsoft.com/office/drawing/2014/main" id="{4E4C4BF6-AFCF-F3C1-D9B1-848533591813}"/>
              </a:ext>
            </a:extLst>
          </p:cNvPr>
          <p:cNvGraphicFramePr>
            <a:graphicFrameLocks noGrp="1"/>
          </p:cNvGraphicFramePr>
          <p:nvPr>
            <p:ph idx="1"/>
            <p:extLst>
              <p:ext uri="{D42A27DB-BD31-4B8C-83A1-F6EECF244321}">
                <p14:modId xmlns:p14="http://schemas.microsoft.com/office/powerpoint/2010/main" val="3753244454"/>
              </p:ext>
            </p:extLst>
          </p:nvPr>
        </p:nvGraphicFramePr>
        <p:xfrm>
          <a:off x="3678789" y="562830"/>
          <a:ext cx="5000124" cy="40904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3" y="1057562"/>
            <a:ext cx="51435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4" y="1065164"/>
            <a:ext cx="51434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575942" y="2691064"/>
            <a:ext cx="1876484"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727288"/>
            <a:ext cx="2925267" cy="3134219"/>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70" y="1049957"/>
            <a:ext cx="5143502"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50041" y="440141"/>
            <a:ext cx="2401025" cy="2540623"/>
          </a:xfrm>
        </p:spPr>
        <p:txBody>
          <a:bodyPr anchor="b">
            <a:normAutofit/>
          </a:bodyPr>
          <a:lstStyle/>
          <a:p>
            <a:pPr marL="0" lvl="0" indent="0" algn="r">
              <a:buNone/>
            </a:pPr>
            <a:r>
              <a:rPr lang="en-US" sz="3000">
                <a:solidFill>
                  <a:srgbClr val="FFFFFF"/>
                </a:solidFill>
              </a:rPr>
              <a:t>Session 1: Intro to AI: Light, Fun &amp; Human</a:t>
            </a:r>
          </a:p>
        </p:txBody>
      </p:sp>
      <p:sp>
        <p:nvSpPr>
          <p:cNvPr id="3" name="Content Placeholder 2"/>
          <p:cNvSpPr>
            <a:spLocks noGrp="1"/>
          </p:cNvSpPr>
          <p:nvPr>
            <p:ph idx="1"/>
          </p:nvPr>
        </p:nvSpPr>
        <p:spPr>
          <a:xfrm>
            <a:off x="3607694" y="487110"/>
            <a:ext cx="4916510" cy="4159535"/>
          </a:xfrm>
        </p:spPr>
        <p:txBody>
          <a:bodyPr anchor="ctr">
            <a:normAutofit/>
          </a:bodyPr>
          <a:lstStyle/>
          <a:p>
            <a:pPr marL="0" lvl="0" indent="0">
              <a:buNone/>
            </a:pPr>
            <a:r>
              <a:rPr lang="en-US" sz="1500" b="1"/>
              <a:t>Objective</a:t>
            </a:r>
            <a:r>
              <a:rPr lang="en-US" sz="1500"/>
              <a:t>: Introduce AI in simple, non-technical terms and explain its role in the day ahead.</a:t>
            </a:r>
          </a:p>
          <a:p>
            <a:pPr marL="0" lvl="0" indent="0">
              <a:buNone/>
            </a:pPr>
            <a:r>
              <a:rPr lang="en-US" sz="1500" b="1"/>
              <a:t>Activities</a:t>
            </a:r>
            <a:r>
              <a:rPr lang="en-US" sz="1500"/>
              <a:t>: - </a:t>
            </a:r>
            <a:r>
              <a:rPr lang="en-US" sz="1500" b="1"/>
              <a:t>Warm Welcome</a:t>
            </a:r>
            <a:r>
              <a:rPr lang="en-US" sz="1500"/>
              <a:t>: Icebreaker prompt - “What would you use AI for today if you had a magic assistant?” - </a:t>
            </a:r>
            <a:r>
              <a:rPr lang="en-US" sz="1500" b="1"/>
              <a:t>What is AI?</a:t>
            </a:r>
            <a:r>
              <a:rPr lang="en-US" sz="1500"/>
              <a:t> – Calculator analogy, simple breakdown of machine learning and generative AI. - </a:t>
            </a:r>
            <a:r>
              <a:rPr lang="en-US" sz="1500" b="1"/>
              <a:t>Who’s Who</a:t>
            </a:r>
            <a:r>
              <a:rPr lang="en-US" sz="1500"/>
              <a:t>: OpenAI (ChatGPT), Anthropic (Claude), Google (Gemini), Meta (LLaMA) - </a:t>
            </a:r>
            <a:r>
              <a:rPr lang="en-US" sz="1500" b="1"/>
              <a:t>Use Cases</a:t>
            </a:r>
            <a:r>
              <a:rPr lang="en-US" sz="1500"/>
              <a:t>: 5-minute brainstorm: “Where do you see AI in the wild?” - </a:t>
            </a:r>
            <a:r>
              <a:rPr lang="en-US" sz="1500" b="1"/>
              <a:t>Busting Myths</a:t>
            </a:r>
            <a:r>
              <a:rPr lang="en-US" sz="1500"/>
              <a:t>: AI isn’t here to replace you; it’s here to assist you.</a:t>
            </a:r>
          </a:p>
          <a:p>
            <a:pPr marL="0" lvl="0" indent="0">
              <a:buNone/>
            </a:pPr>
            <a:r>
              <a:rPr lang="en-US" sz="1500" b="1"/>
              <a:t>Outcome</a:t>
            </a:r>
            <a:r>
              <a:rPr lang="en-US" sz="1500"/>
              <a:t>: Understand what AI is and how it will help throughout the day.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3" y="1057562"/>
            <a:ext cx="51435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4" y="1065164"/>
            <a:ext cx="51434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575942" y="2691064"/>
            <a:ext cx="1876484"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727288"/>
            <a:ext cx="2925267" cy="3134219"/>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70" y="1049957"/>
            <a:ext cx="5143502"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50041" y="440141"/>
            <a:ext cx="2401025" cy="2540623"/>
          </a:xfrm>
        </p:spPr>
        <p:txBody>
          <a:bodyPr anchor="b">
            <a:normAutofit/>
          </a:bodyPr>
          <a:lstStyle/>
          <a:p>
            <a:pPr marL="0" lvl="0" indent="0" algn="r">
              <a:buNone/>
            </a:pPr>
            <a:r>
              <a:rPr lang="en-US" sz="3000">
                <a:solidFill>
                  <a:srgbClr val="FFFFFF"/>
                </a:solidFill>
              </a:rPr>
              <a:t>Session 1.5: ChatGPT Setup</a:t>
            </a:r>
          </a:p>
        </p:txBody>
      </p:sp>
      <p:sp>
        <p:nvSpPr>
          <p:cNvPr id="3" name="Content Placeholder 2"/>
          <p:cNvSpPr>
            <a:spLocks noGrp="1"/>
          </p:cNvSpPr>
          <p:nvPr>
            <p:ph idx="1"/>
          </p:nvPr>
        </p:nvSpPr>
        <p:spPr>
          <a:xfrm>
            <a:off x="3607694" y="487110"/>
            <a:ext cx="4916510" cy="4159535"/>
          </a:xfrm>
        </p:spPr>
        <p:txBody>
          <a:bodyPr anchor="ctr">
            <a:normAutofit/>
          </a:bodyPr>
          <a:lstStyle/>
          <a:p>
            <a:pPr marL="0" lvl="0" indent="0">
              <a:buNone/>
            </a:pPr>
            <a:r>
              <a:rPr lang="en-US" sz="1500" b="1"/>
              <a:t>Objective</a:t>
            </a:r>
            <a:r>
              <a:rPr lang="en-US" sz="1500"/>
              <a:t>: Ensure everyone is logged in and ready to work inside ChatGPT.</a:t>
            </a:r>
          </a:p>
          <a:p>
            <a:pPr marL="0" lvl="0" indent="0">
              <a:buNone/>
            </a:pPr>
            <a:r>
              <a:rPr lang="en-US" sz="1500" b="1"/>
              <a:t>Activities</a:t>
            </a:r>
            <a:r>
              <a:rPr lang="en-US" sz="1500"/>
              <a:t>: - Create ChatGPT account (free or Pro) - Walkthrough of ChatGPT interface - Introduce “Projects” tab (for Pro users)</a:t>
            </a:r>
          </a:p>
          <a:p>
            <a:pPr marL="0" lvl="0" indent="0">
              <a:buNone/>
            </a:pPr>
            <a:r>
              <a:rPr lang="en-US" sz="1500" b="1"/>
              <a:t>Outcome</a:t>
            </a:r>
            <a:r>
              <a:rPr lang="en-US" sz="1500"/>
              <a:t>: All participants are logged into ChatGPT and ready to build.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1" name="Rectangle 3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3" y="1057562"/>
            <a:ext cx="51435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4" y="1065164"/>
            <a:ext cx="51434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575942" y="2691064"/>
            <a:ext cx="1876484"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Freeform: Shape 3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727288"/>
            <a:ext cx="2925267" cy="3134219"/>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1" name="Rectangle 4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70" y="1049957"/>
            <a:ext cx="5143502"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50041" y="440141"/>
            <a:ext cx="2401025" cy="2540623"/>
          </a:xfrm>
        </p:spPr>
        <p:txBody>
          <a:bodyPr anchor="b">
            <a:normAutofit/>
          </a:bodyPr>
          <a:lstStyle/>
          <a:p>
            <a:pPr marL="0" lvl="0" indent="0" algn="r">
              <a:lnSpc>
                <a:spcPct val="90000"/>
              </a:lnSpc>
              <a:buNone/>
            </a:pPr>
            <a:r>
              <a:rPr lang="en-US" sz="2800">
                <a:solidFill>
                  <a:srgbClr val="FFFFFF"/>
                </a:solidFill>
              </a:rPr>
              <a:t>Session 2: Mastering ChatGPT Projects for Website Creation</a:t>
            </a:r>
          </a:p>
        </p:txBody>
      </p:sp>
      <p:sp>
        <p:nvSpPr>
          <p:cNvPr id="3" name="Content Placeholder 2"/>
          <p:cNvSpPr>
            <a:spLocks noGrp="1"/>
          </p:cNvSpPr>
          <p:nvPr>
            <p:ph idx="1"/>
          </p:nvPr>
        </p:nvSpPr>
        <p:spPr>
          <a:xfrm>
            <a:off x="3607694" y="487110"/>
            <a:ext cx="4916510" cy="4159535"/>
          </a:xfrm>
        </p:spPr>
        <p:txBody>
          <a:bodyPr anchor="ctr">
            <a:normAutofit/>
          </a:bodyPr>
          <a:lstStyle/>
          <a:p>
            <a:pPr marL="0" lvl="0" indent="0">
              <a:buNone/>
            </a:pPr>
            <a:r>
              <a:rPr lang="en-US" sz="1500" b="1"/>
              <a:t>Objective</a:t>
            </a:r>
            <a:r>
              <a:rPr lang="en-US" sz="1500"/>
              <a:t>: Teach users to organize their AI work using Projects and upload files for brand consistency.</a:t>
            </a:r>
          </a:p>
          <a:p>
            <a:pPr marL="0" lvl="0" indent="0">
              <a:buNone/>
            </a:pPr>
            <a:r>
              <a:rPr lang="en-US" sz="1500" b="1"/>
              <a:t>Part 1: What are Projects?</a:t>
            </a:r>
            <a:r>
              <a:rPr lang="en-US" sz="1500"/>
              <a:t> - Think of Projects as your digital workbench. - Each project holds a goal, instructions, chat history, and files. - It keeps your work organized and lets AI assist you with context.</a:t>
            </a:r>
          </a:p>
          <a:p>
            <a:pPr marL="0" lvl="0" indent="0">
              <a:buNone/>
            </a:pPr>
            <a:r>
              <a:rPr lang="en-US" sz="1500" b="1"/>
              <a:t>Part 2: Creating a Project</a:t>
            </a:r>
            <a:r>
              <a:rPr lang="en-US" sz="1500"/>
              <a:t> - Name your Project: “[Name] Brand Website” - Add a Note: “This project will help me use AI to build a personal/brand website.” - Upload file: </a:t>
            </a:r>
            <a:r>
              <a:rPr lang="en-US" sz="1500" b="1"/>
              <a:t>Branding Guideline</a:t>
            </a:r>
            <a:r>
              <a:rPr lang="en-US" sz="1500"/>
              <a:t> (example provided)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3" y="1057562"/>
            <a:ext cx="51435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4" y="1065164"/>
            <a:ext cx="51434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575942" y="2691064"/>
            <a:ext cx="1876484"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727288"/>
            <a:ext cx="2925267" cy="3134219"/>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70" y="1049957"/>
            <a:ext cx="5143502"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50041" y="440141"/>
            <a:ext cx="2401025" cy="2540623"/>
          </a:xfrm>
        </p:spPr>
        <p:txBody>
          <a:bodyPr anchor="b">
            <a:normAutofit/>
          </a:bodyPr>
          <a:lstStyle/>
          <a:p>
            <a:pPr marL="0" lvl="0" indent="0" algn="r">
              <a:buNone/>
            </a:pPr>
            <a:r>
              <a:rPr lang="en-US" sz="3000">
                <a:solidFill>
                  <a:srgbClr val="FFFFFF"/>
                </a:solidFill>
              </a:rPr>
              <a:t>Session 2 (continued)</a:t>
            </a:r>
          </a:p>
        </p:txBody>
      </p:sp>
      <p:sp>
        <p:nvSpPr>
          <p:cNvPr id="3" name="Content Placeholder 2"/>
          <p:cNvSpPr>
            <a:spLocks noGrp="1"/>
          </p:cNvSpPr>
          <p:nvPr>
            <p:ph idx="1"/>
          </p:nvPr>
        </p:nvSpPr>
        <p:spPr>
          <a:xfrm>
            <a:off x="3607694" y="487110"/>
            <a:ext cx="4916510" cy="4159535"/>
          </a:xfrm>
        </p:spPr>
        <p:txBody>
          <a:bodyPr anchor="ctr">
            <a:normAutofit/>
          </a:bodyPr>
          <a:lstStyle/>
          <a:p>
            <a:pPr marL="0" lvl="0" indent="0">
              <a:buNone/>
            </a:pPr>
            <a:r>
              <a:rPr lang="en-US" sz="1500" b="1"/>
              <a:t>Part 3: Explaining the Branding File</a:t>
            </a:r>
            <a:r>
              <a:rPr lang="en-US" sz="1500"/>
              <a:t> - Use simple language: “This file tells AI about your colors, fonts, and tone.” - Show examples of what the guide includes (ManateeIT brand guideline)</a:t>
            </a:r>
          </a:p>
          <a:p>
            <a:pPr marL="0" lvl="0" indent="0">
              <a:buNone/>
            </a:pPr>
            <a:r>
              <a:rPr lang="en-US" sz="1500" b="1"/>
              <a:t>Part 4: Add Persona Worksheet</a:t>
            </a:r>
            <a:r>
              <a:rPr lang="en-US" sz="1500"/>
              <a:t> - Upload participant persona sheets (completed during workshop) - These describe tone of voice, target audience, and personality</a:t>
            </a:r>
          </a:p>
          <a:p>
            <a:pPr marL="0" lvl="0" indent="0">
              <a:buNone/>
            </a:pPr>
            <a:r>
              <a:rPr lang="en-US" sz="1500" b="1"/>
              <a:t>Part 5: Start Prompting</a:t>
            </a:r>
            <a:r>
              <a:rPr lang="en-US" sz="1500"/>
              <a:t> - “Using my brand guide, write a homepage headline.” - “Using the persona file, create an About section.” - “Give me 5 CTAs that match the brand tone.”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3" y="1057562"/>
            <a:ext cx="51435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4" y="1065164"/>
            <a:ext cx="51434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575942" y="2691064"/>
            <a:ext cx="1876484"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727288"/>
            <a:ext cx="2925267" cy="3134219"/>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70" y="1049957"/>
            <a:ext cx="5143502"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50041" y="440141"/>
            <a:ext cx="2401025" cy="2540623"/>
          </a:xfrm>
        </p:spPr>
        <p:txBody>
          <a:bodyPr anchor="b">
            <a:normAutofit/>
          </a:bodyPr>
          <a:lstStyle/>
          <a:p>
            <a:pPr marL="0" lvl="0" indent="0" algn="r">
              <a:buNone/>
            </a:pPr>
            <a:r>
              <a:rPr lang="en-US" sz="3000">
                <a:solidFill>
                  <a:srgbClr val="FFFFFF"/>
                </a:solidFill>
              </a:rPr>
              <a:t>Session 3: Website Strategy &amp; Design Thinking</a:t>
            </a:r>
          </a:p>
        </p:txBody>
      </p:sp>
      <p:sp>
        <p:nvSpPr>
          <p:cNvPr id="3" name="Content Placeholder 2"/>
          <p:cNvSpPr>
            <a:spLocks noGrp="1"/>
          </p:cNvSpPr>
          <p:nvPr>
            <p:ph idx="1"/>
          </p:nvPr>
        </p:nvSpPr>
        <p:spPr>
          <a:xfrm>
            <a:off x="3607694" y="487110"/>
            <a:ext cx="4916510" cy="4159535"/>
          </a:xfrm>
        </p:spPr>
        <p:txBody>
          <a:bodyPr anchor="ctr">
            <a:normAutofit/>
          </a:bodyPr>
          <a:lstStyle/>
          <a:p>
            <a:pPr marL="0" lvl="0" indent="0">
              <a:buNone/>
            </a:pPr>
            <a:r>
              <a:rPr lang="en-US" sz="1500" b="1"/>
              <a:t>Objective</a:t>
            </a:r>
            <a:r>
              <a:rPr lang="en-US" sz="1500"/>
              <a:t>: Guide participants to structure their website using their AI-generated content and begin visual planning.</a:t>
            </a:r>
          </a:p>
          <a:p>
            <a:pPr marL="0" lvl="0" indent="0">
              <a:buNone/>
            </a:pPr>
            <a:r>
              <a:rPr lang="en-US" sz="1500" b="1"/>
              <a:t>Activities</a:t>
            </a:r>
            <a:r>
              <a:rPr lang="en-US" sz="1500"/>
              <a:t>: - </a:t>
            </a:r>
            <a:r>
              <a:rPr lang="en-US" sz="1500" b="1"/>
              <a:t>Lecture: The Anatomy of a Website (10 mins)</a:t>
            </a:r>
            <a:r>
              <a:rPr lang="en-US" sz="1500"/>
              <a:t> - Homepage, About, Services, Contact, CTA sections - Menu layout, scroll depth, sections vs pages - </a:t>
            </a:r>
            <a:r>
              <a:rPr lang="en-US" sz="1500" b="1"/>
              <a:t>Exercise: Define Your Website Goal (10 mins)</a:t>
            </a:r>
            <a:r>
              <a:rPr lang="en-US" sz="1500"/>
              <a:t> - What do you want your visitor to do? (Buy, Book, Contact, Learn) - </a:t>
            </a:r>
            <a:r>
              <a:rPr lang="en-US" sz="1500" b="1"/>
              <a:t>Worksheet: Wireframe Your Site (20 mins)</a:t>
            </a:r>
            <a:r>
              <a:rPr lang="en-US" sz="1500"/>
              <a:t> - Participants sketch a layout: header, image placement, sections, footer - </a:t>
            </a:r>
            <a:r>
              <a:rPr lang="en-US" sz="1500" b="1"/>
              <a:t>Group Share: Review &amp; Feedback (20 mins)</a:t>
            </a:r>
            <a:r>
              <a:rPr lang="en-US" sz="1500"/>
              <a:t> - Partner feedback or mini group roundtables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3" y="1057562"/>
            <a:ext cx="51435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4" y="1065164"/>
            <a:ext cx="51434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575942" y="2691064"/>
            <a:ext cx="1876484"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727288"/>
            <a:ext cx="2925267" cy="3134219"/>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70" y="1049957"/>
            <a:ext cx="5143502"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50041" y="440141"/>
            <a:ext cx="2401025" cy="2540623"/>
          </a:xfrm>
        </p:spPr>
        <p:txBody>
          <a:bodyPr anchor="b">
            <a:normAutofit/>
          </a:bodyPr>
          <a:lstStyle/>
          <a:p>
            <a:pPr marL="0" lvl="0" indent="0" algn="r">
              <a:buNone/>
            </a:pPr>
            <a:r>
              <a:rPr lang="en-US" sz="3000">
                <a:solidFill>
                  <a:srgbClr val="FFFFFF"/>
                </a:solidFill>
              </a:rPr>
              <a:t>Session 4: Intro to Lovable – No-Code Site Builder</a:t>
            </a:r>
          </a:p>
        </p:txBody>
      </p:sp>
      <p:sp>
        <p:nvSpPr>
          <p:cNvPr id="3" name="Content Placeholder 2"/>
          <p:cNvSpPr>
            <a:spLocks noGrp="1"/>
          </p:cNvSpPr>
          <p:nvPr>
            <p:ph idx="1"/>
          </p:nvPr>
        </p:nvSpPr>
        <p:spPr>
          <a:xfrm>
            <a:off x="3607694" y="487110"/>
            <a:ext cx="4916510" cy="4159535"/>
          </a:xfrm>
        </p:spPr>
        <p:txBody>
          <a:bodyPr anchor="ctr">
            <a:normAutofit/>
          </a:bodyPr>
          <a:lstStyle/>
          <a:p>
            <a:pPr marL="0" lvl="0" indent="0">
              <a:buNone/>
            </a:pPr>
            <a:r>
              <a:rPr lang="en-US" sz="1500" b="1"/>
              <a:t>Objective</a:t>
            </a:r>
            <a:r>
              <a:rPr lang="en-US" sz="1500"/>
              <a:t>: Give a walkthrough of Lovable and help participants recreate their wireframe in the visual editor.</a:t>
            </a:r>
          </a:p>
          <a:p>
            <a:pPr marL="0" lvl="0" indent="0">
              <a:buNone/>
            </a:pPr>
            <a:r>
              <a:rPr lang="en-US" sz="1500" b="1"/>
              <a:t>Activities</a:t>
            </a:r>
            <a:r>
              <a:rPr lang="en-US" sz="1500"/>
              <a:t>: - </a:t>
            </a:r>
            <a:r>
              <a:rPr lang="en-US" sz="1500" b="1"/>
              <a:t>Live Demo (15 mins)</a:t>
            </a:r>
            <a:r>
              <a:rPr lang="en-US" sz="1500"/>
              <a:t> - Show layout tools, drag-and-drop features, design settings - </a:t>
            </a:r>
            <a:r>
              <a:rPr lang="en-US" sz="1500" b="1"/>
              <a:t>Build Time (45 mins)</a:t>
            </a:r>
            <a:r>
              <a:rPr lang="en-US" sz="1500"/>
              <a:t> - Participants recreate their homepage structure - Add content from ChatGPT (headline, About, CTA) - Instructors circulate to assist</a:t>
            </a:r>
          </a:p>
          <a:p>
            <a:pPr marL="0" lvl="0" indent="0">
              <a:buNone/>
            </a:pPr>
            <a:r>
              <a:rPr lang="en-US" sz="1500" b="1"/>
              <a:t>Outcome</a:t>
            </a:r>
            <a:r>
              <a:rPr lang="en-US" sz="1500"/>
              <a:t>: Each participant has the homepage structure of their site created inside Lovable.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3" y="1057562"/>
            <a:ext cx="51435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4" y="1065164"/>
            <a:ext cx="51434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575942" y="2691064"/>
            <a:ext cx="1876484"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727288"/>
            <a:ext cx="2925267" cy="3134219"/>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70" y="1049957"/>
            <a:ext cx="5143502"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50041" y="440141"/>
            <a:ext cx="2401025" cy="2540623"/>
          </a:xfrm>
        </p:spPr>
        <p:txBody>
          <a:bodyPr anchor="b">
            <a:normAutofit/>
          </a:bodyPr>
          <a:lstStyle/>
          <a:p>
            <a:pPr marL="0" lvl="0" indent="0" algn="r">
              <a:buNone/>
            </a:pPr>
            <a:r>
              <a:rPr lang="en-US" sz="3000">
                <a:solidFill>
                  <a:srgbClr val="FFFFFF"/>
                </a:solidFill>
              </a:rPr>
              <a:t>Session 5: Build Sprint – Finalizing with ChatGPT &amp; Lovable</a:t>
            </a:r>
          </a:p>
        </p:txBody>
      </p:sp>
      <p:sp>
        <p:nvSpPr>
          <p:cNvPr id="3" name="Content Placeholder 2"/>
          <p:cNvSpPr>
            <a:spLocks noGrp="1"/>
          </p:cNvSpPr>
          <p:nvPr>
            <p:ph idx="1"/>
          </p:nvPr>
        </p:nvSpPr>
        <p:spPr>
          <a:xfrm>
            <a:off x="3607694" y="487110"/>
            <a:ext cx="4916510" cy="4159535"/>
          </a:xfrm>
        </p:spPr>
        <p:txBody>
          <a:bodyPr anchor="ctr">
            <a:normAutofit/>
          </a:bodyPr>
          <a:lstStyle/>
          <a:p>
            <a:pPr marL="0" lvl="0" indent="0">
              <a:buNone/>
            </a:pPr>
            <a:r>
              <a:rPr lang="en-US" sz="1500" b="1"/>
              <a:t>Objective</a:t>
            </a:r>
            <a:r>
              <a:rPr lang="en-US" sz="1500"/>
              <a:t>: Support users in expanding their site with real content and polishing design using AI.</a:t>
            </a:r>
          </a:p>
          <a:p>
            <a:pPr marL="0" lvl="0" indent="0">
              <a:buNone/>
            </a:pPr>
            <a:r>
              <a:rPr lang="en-US" sz="1500" b="1"/>
              <a:t>Activities</a:t>
            </a:r>
            <a:r>
              <a:rPr lang="en-US" sz="1500"/>
              <a:t>: - </a:t>
            </a:r>
            <a:r>
              <a:rPr lang="en-US" sz="1500" b="1"/>
              <a:t>Enhance Content (30 mins)</a:t>
            </a:r>
            <a:r>
              <a:rPr lang="en-US" sz="1500"/>
              <a:t> - Use ChatGPT to write bios, services, FAQ, testimonials - Prompt tips for refining tone, length, and structure - </a:t>
            </a:r>
            <a:r>
              <a:rPr lang="en-US" sz="1500" b="1"/>
              <a:t>Add Visuals (30 mins)</a:t>
            </a:r>
            <a:r>
              <a:rPr lang="en-US" sz="1500"/>
              <a:t> - Upload logos and brand assets - Optional: Generate images with DALL·E or use royalty-free sources - </a:t>
            </a:r>
            <a:r>
              <a:rPr lang="en-US" sz="1500" b="1"/>
              <a:t>Style &amp; Polish (30 mins)</a:t>
            </a:r>
            <a:r>
              <a:rPr lang="en-US" sz="1500"/>
              <a:t> - Adjust fonts, spacing, buttons, links - Make sure content matches brand guide tone and visual layout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3" y="1057562"/>
            <a:ext cx="51435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64" y="1065164"/>
            <a:ext cx="51434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575942" y="2691064"/>
            <a:ext cx="1876484"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727288"/>
            <a:ext cx="2925267" cy="3134219"/>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57570" y="1049957"/>
            <a:ext cx="5143502"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50041" y="440141"/>
            <a:ext cx="2401025" cy="2540623"/>
          </a:xfrm>
        </p:spPr>
        <p:txBody>
          <a:bodyPr anchor="b">
            <a:normAutofit/>
          </a:bodyPr>
          <a:lstStyle/>
          <a:p>
            <a:pPr marL="0" lvl="0" indent="0" algn="r">
              <a:buNone/>
            </a:pPr>
            <a:r>
              <a:rPr lang="en-US" sz="3000">
                <a:solidFill>
                  <a:srgbClr val="FFFFFF"/>
                </a:solidFill>
              </a:rPr>
              <a:t>Session 6: Show &amp; Tell + Mini Launch Party</a:t>
            </a:r>
          </a:p>
        </p:txBody>
      </p:sp>
      <p:sp>
        <p:nvSpPr>
          <p:cNvPr id="3" name="Content Placeholder 2"/>
          <p:cNvSpPr>
            <a:spLocks noGrp="1"/>
          </p:cNvSpPr>
          <p:nvPr>
            <p:ph idx="1"/>
          </p:nvPr>
        </p:nvSpPr>
        <p:spPr>
          <a:xfrm>
            <a:off x="3607694" y="487110"/>
            <a:ext cx="4916510" cy="4159535"/>
          </a:xfrm>
        </p:spPr>
        <p:txBody>
          <a:bodyPr anchor="ctr">
            <a:normAutofit/>
          </a:bodyPr>
          <a:lstStyle/>
          <a:p>
            <a:pPr marL="0" lvl="0" indent="0">
              <a:buNone/>
            </a:pPr>
            <a:r>
              <a:rPr lang="en-US" sz="1500" b="1"/>
              <a:t>Objective</a:t>
            </a:r>
            <a:r>
              <a:rPr lang="en-US" sz="1500"/>
              <a:t>: Celebrate the work, share results, and reflect on what was learned.</a:t>
            </a:r>
          </a:p>
          <a:p>
            <a:pPr marL="0" lvl="0" indent="0">
              <a:buNone/>
            </a:pPr>
            <a:r>
              <a:rPr lang="en-US" sz="1500" b="1"/>
              <a:t>Activities</a:t>
            </a:r>
            <a:r>
              <a:rPr lang="en-US" sz="1500"/>
              <a:t>: - </a:t>
            </a:r>
            <a:r>
              <a:rPr lang="en-US" sz="1500" b="1"/>
              <a:t>5-Minute Showcase per Participant (30 mins)</a:t>
            </a:r>
            <a:r>
              <a:rPr lang="en-US" sz="1500"/>
              <a:t> - Present site, share challenges and learnings - </a:t>
            </a:r>
            <a:r>
              <a:rPr lang="en-US" sz="1500" b="1"/>
              <a:t>Vote on Fun Awards (10 mins)</a:t>
            </a:r>
            <a:r>
              <a:rPr lang="en-US" sz="1500"/>
              <a:t> - Most Creative, Best Use of AI, Cleanest Design - </a:t>
            </a:r>
            <a:r>
              <a:rPr lang="en-US" sz="1500" b="1"/>
              <a:t>Wrap-Up &amp; Certs (5 mins)</a:t>
            </a:r>
            <a:r>
              <a:rPr lang="en-US" sz="1500"/>
              <a:t> - Hand out digital or printed certificates - Encourage next steps and continued learning</a:t>
            </a:r>
          </a:p>
          <a:p>
            <a:pPr marL="0" lvl="0" indent="0">
              <a:buNone/>
            </a:pPr>
            <a:r>
              <a:rPr lang="en-US" sz="1500" b="1"/>
              <a:t>Outcome</a:t>
            </a:r>
            <a:r>
              <a:rPr lang="en-US" sz="1500"/>
              <a:t>: Participants leave with a finished (or near-finished) website and confidence to continue using 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992</Words>
  <Application>Microsoft Macintosh PowerPoint</Application>
  <PresentationFormat>On-screen Show (16:9)</PresentationFormat>
  <Paragraphs>48</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From Prompt to Publish – AI Meets Website Creation</vt:lpstr>
      <vt:lpstr>Agenda</vt:lpstr>
      <vt:lpstr>Session 1: Intro to AI: Light, Fun &amp; Human</vt:lpstr>
      <vt:lpstr>Session 1.5: ChatGPT Setup</vt:lpstr>
      <vt:lpstr>Session 2: Mastering ChatGPT Projects for Website Creation</vt:lpstr>
      <vt:lpstr>Session 2 (continued)</vt:lpstr>
      <vt:lpstr>Session 3: Website Strategy &amp; Design Thinking</vt:lpstr>
      <vt:lpstr>Session 4: Intro to Lovable – No-Code Site Builder</vt:lpstr>
      <vt:lpstr>Session 5: Build Sprint – Finalizing with ChatGPT &amp; Lovable</vt:lpstr>
      <vt:lpstr>Session 6: Show &amp; Tell + Mini Launch Party</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 to Publish – AI Meets Website Creation</dc:title>
  <dc:creator>Workshop Guide</dc:creator>
  <cp:keywords/>
  <cp:lastModifiedBy>Chris McKenna</cp:lastModifiedBy>
  <cp:revision>1</cp:revision>
  <dcterms:created xsi:type="dcterms:W3CDTF">2025-04-30T01:15:52Z</dcterms:created>
  <dcterms:modified xsi:type="dcterms:W3CDTF">2025-04-30T01:18:51Z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2025</vt:lpwstr>
  </property>
</Properties>
</file>