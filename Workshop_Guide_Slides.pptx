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Prompt to Publish – AI Meets Website Creation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Workshop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Session 1: Intro to AI: Light, Fun &amp; Human (9:00 AM - 9:30 AM)</a:t>
            </a:r>
          </a:p>
          <a:p>
            <a:pPr lvl="0"/>
            <a:r>
              <a:rPr/>
              <a:t>Session 1.5: ChatGPT Setup (9:30 AM - 9:40 AM)</a:t>
            </a:r>
          </a:p>
          <a:p>
            <a:pPr lvl="0"/>
            <a:r>
              <a:rPr/>
              <a:t>Session 2: Mastering ChatGPT Projects for Website Creation (9:40 AM - 11:00 AM)</a:t>
            </a:r>
          </a:p>
          <a:p>
            <a:pPr lvl="0"/>
            <a:r>
              <a:rPr/>
              <a:t>Session 3: Website Strategy &amp; Design Thinking (11:00 AM - 12:30 PM)</a:t>
            </a:r>
          </a:p>
          <a:p>
            <a:pPr lvl="0"/>
            <a:r>
              <a:rPr/>
              <a:t>Session 4: Intro to Lovable – No-Code Site Builder (1:30 PM - 2:30 PM)</a:t>
            </a:r>
          </a:p>
          <a:p>
            <a:pPr lvl="0"/>
            <a:r>
              <a:rPr/>
              <a:t>Session 5: Build Sprint – Finalizing with ChatGPT &amp; Lovable (2:30 PM - 4:00 PM)</a:t>
            </a:r>
          </a:p>
          <a:p>
            <a:pPr lvl="0"/>
            <a:r>
              <a:rPr/>
              <a:t>Session 6: Show &amp; Tell + Mini Launch Party (4:15 PM - 5:00 PM)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1: Intro to AI: Light, Fun &amp;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Introduce AI in simple, non-technical terms and explain its role in the day ahead.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</a:t>
            </a:r>
            <a:r>
              <a:rPr b="1"/>
              <a:t>Warm Welcome</a:t>
            </a:r>
            <a:r>
              <a:rPr/>
              <a:t>: Icebreaker prompt - “What would you use AI for today if you had a magic assistant?” - </a:t>
            </a:r>
            <a:r>
              <a:rPr b="1"/>
              <a:t>What is AI?</a:t>
            </a:r>
            <a:r>
              <a:rPr/>
              <a:t> – Calculator analogy, simple breakdown of machine learning and generative AI. - </a:t>
            </a:r>
            <a:r>
              <a:rPr b="1"/>
              <a:t>Who’s Who</a:t>
            </a:r>
            <a:r>
              <a:rPr/>
              <a:t>: OpenAI (ChatGPT), Anthropic (Claude), Google (Gemini), Meta (LLaMA) - </a:t>
            </a:r>
            <a:r>
              <a:rPr b="1"/>
              <a:t>Use Cases</a:t>
            </a:r>
            <a:r>
              <a:rPr/>
              <a:t>: 5-minute brainstorm: “Where do you see AI in the wild?” - </a:t>
            </a:r>
            <a:r>
              <a:rPr b="1"/>
              <a:t>Busting Myths</a:t>
            </a:r>
            <a:r>
              <a:rPr/>
              <a:t>: AI isn’t here to replace you; it’s here to assist you.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Understand what AI is and how it will help throughout the day.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1.5: ChatGPT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Ensure everyone is logged in and ready to work inside ChatGPT.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Create ChatGPT account (free or Pro) - Walkthrough of ChatGPT interface - Introduce “Projects” tab (for Pro users)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All participants are logged into ChatGPT and ready to build.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2: Mastering ChatGPT Projects for Website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Teach users to organize their AI work using Projects and upload files for brand consistency.</a:t>
            </a:r>
          </a:p>
          <a:p>
            <a:pPr lvl="0" indent="0" marL="0">
              <a:buNone/>
            </a:pPr>
            <a:r>
              <a:rPr b="1"/>
              <a:t>Part 1: What are Projects?</a:t>
            </a:r>
            <a:r>
              <a:rPr/>
              <a:t> - Think of Projects as your digital workbench. - Each project holds a goal, instructions, chat history, and files. - It keeps your work organized and lets AI assist you with context.</a:t>
            </a:r>
          </a:p>
          <a:p>
            <a:pPr lvl="0" indent="0" marL="0">
              <a:buNone/>
            </a:pPr>
            <a:r>
              <a:rPr b="1"/>
              <a:t>Part 2: Creating a Project</a:t>
            </a:r>
            <a:r>
              <a:rPr/>
              <a:t> - Name your Project: “[Name] Brand Website” - Add a Note: “This project will help me use AI to build a personal/brand website.” - Upload file: </a:t>
            </a:r>
            <a:r>
              <a:rPr b="1"/>
              <a:t>Branding Guideline</a:t>
            </a:r>
            <a:r>
              <a:rPr/>
              <a:t> (example provided)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2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3: Explaining the Branding File</a:t>
            </a:r>
            <a:r>
              <a:rPr/>
              <a:t> - Use simple language: “This file tells AI about your colors, fonts, and tone.” - Show examples of what the guide includes (ManateeIT brand guideline)</a:t>
            </a:r>
          </a:p>
          <a:p>
            <a:pPr lvl="0" indent="0" marL="0">
              <a:buNone/>
            </a:pPr>
            <a:r>
              <a:rPr b="1"/>
              <a:t>Part 4: Add Persona Worksheet</a:t>
            </a:r>
            <a:r>
              <a:rPr/>
              <a:t> - Upload participant persona sheets (completed during workshop) - These describe tone of voice, target audience, and personality</a:t>
            </a:r>
          </a:p>
          <a:p>
            <a:pPr lvl="0" indent="0" marL="0">
              <a:buNone/>
            </a:pPr>
            <a:r>
              <a:rPr b="1"/>
              <a:t>Part 5: Start Prompting</a:t>
            </a:r>
            <a:r>
              <a:rPr/>
              <a:t> - “Using my brand guide, write a homepage headline.” - “Using the persona file, create an About section.” - “Give me 5 CTAs that match the brand tone.”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3: Website Strategy &amp;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Guide participants to structure their website using their AI-generated content and begin visual planning.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</a:t>
            </a:r>
            <a:r>
              <a:rPr b="1"/>
              <a:t>Lecture: The Anatomy of a Website (10 mins)</a:t>
            </a:r>
            <a:r>
              <a:rPr/>
              <a:t> - Homepage, About, Services, Contact, CTA sections - Menu layout, scroll depth, sections vs pages - </a:t>
            </a:r>
            <a:r>
              <a:rPr b="1"/>
              <a:t>Exercise: Define Your Website Goal (10 mins)</a:t>
            </a:r>
            <a:r>
              <a:rPr/>
              <a:t> - What do you want your visitor to do? (Buy, Book, Contact, Learn) - </a:t>
            </a:r>
            <a:r>
              <a:rPr b="1"/>
              <a:t>Worksheet: Wireframe Your Site (20 mins)</a:t>
            </a:r>
            <a:r>
              <a:rPr/>
              <a:t> - Participants sketch a layout: header, image placement, sections, footer - </a:t>
            </a:r>
            <a:r>
              <a:rPr b="1"/>
              <a:t>Group Share: Review &amp; Feedback (20 mins)</a:t>
            </a:r>
            <a:r>
              <a:rPr/>
              <a:t> - Partner feedback or mini group roundtables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4: Intro to Lovable – No-Code Site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Give a walkthrough of Lovable and help participants recreate their wireframe in the visual editor.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</a:t>
            </a:r>
            <a:r>
              <a:rPr b="1"/>
              <a:t>Live Demo (15 mins)</a:t>
            </a:r>
            <a:r>
              <a:rPr/>
              <a:t> - Show layout tools, drag-and-drop features, design settings - </a:t>
            </a:r>
            <a:r>
              <a:rPr b="1"/>
              <a:t>Build Time (45 mins)</a:t>
            </a:r>
            <a:r>
              <a:rPr/>
              <a:t> - Participants recreate their homepage structure - Add content from ChatGPT (headline, About, CTA) - Instructors circulate to assist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Each participant has the homepage structure of their site created inside Lovable.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5: Build Sprint – Finalizing with ChatGPT &amp; Lovable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Support users in expanding their site with real content and polishing design using AI.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</a:t>
            </a:r>
            <a:r>
              <a:rPr b="1"/>
              <a:t>Enhance Content (30 mins)</a:t>
            </a:r>
            <a:r>
              <a:rPr/>
              <a:t> - Use ChatGPT to write bios, services, FAQ, testimonials - Prompt tips for refining tone, length, and structure - </a:t>
            </a:r>
            <a:r>
              <a:rPr b="1"/>
              <a:t>Add Visuals (30 mins)</a:t>
            </a:r>
            <a:r>
              <a:rPr/>
              <a:t> - Upload logos and brand assets - Optional: Generate images with DALL·E or use royalty-free sources - </a:t>
            </a:r>
            <a:r>
              <a:rPr b="1"/>
              <a:t>Style &amp; Polish (30 mins)</a:t>
            </a:r>
            <a:r>
              <a:rPr/>
              <a:t> - Adjust fonts, spacing, buttons, links - Make sure content matches brand guide tone and visual layout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6: Show &amp; Tell + Mini Launch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Celebrate the work, share results, and reflect on what was learned.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 - </a:t>
            </a:r>
            <a:r>
              <a:rPr b="1"/>
              <a:t>5-Minute Showcase per Participant (30 mins)</a:t>
            </a:r>
            <a:r>
              <a:rPr/>
              <a:t> - Present site, share challenges and learnings - </a:t>
            </a:r>
            <a:r>
              <a:rPr b="1"/>
              <a:t>Vote on Fun Awards (10 mins)</a:t>
            </a:r>
            <a:r>
              <a:rPr/>
              <a:t> - Most Creative, Best Use of AI, Cleanest Design - </a:t>
            </a:r>
            <a:r>
              <a:rPr b="1"/>
              <a:t>Wrap-Up &amp; Certs (5 mins)</a:t>
            </a:r>
            <a:r>
              <a:rPr/>
              <a:t> - Hand out digital or printed certificates - Encourage next steps and continued learning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Participants leave with a finished (or near-finished) website and confidence to continue using AI.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Publish – AI Meets Website Creation</dc:title>
  <dc:creator>Workshop Guide</dc:creator>
  <cp:keywords/>
  <dcterms:created xsi:type="dcterms:W3CDTF">2025-04-30T01:15:52Z</dcterms:created>
  <dcterms:modified xsi:type="dcterms:W3CDTF">2025-04-30T01:15:52Z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</Properties>
</file>